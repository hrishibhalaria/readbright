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ink/ink2.xml" ContentType="application/inkml+xml"/>
  <Override PartName="/ppt/ink/ink3.xml" ContentType="application/inkml+xml"/>
  <Override PartName="/ppt/notesSlides/notesSlide3.xml" ContentType="application/vnd.openxmlformats-officedocument.presentationml.notesSlide+xml"/>
  <Override PartName="/ppt/ink/ink4.xml" ContentType="application/inkml+xml"/>
  <Override PartName="/ppt/ink/ink5.xml" ContentType="application/inkml+xml"/>
  <Override PartName="/ppt/notesSlides/notesSlide4.xml" ContentType="application/vnd.openxmlformats-officedocument.presentationml.notesSlide+xml"/>
  <Override PartName="/ppt/ink/ink6.xml" ContentType="application/inkml+xml"/>
  <Override PartName="/ppt/ink/ink7.xml" ContentType="application/inkml+xml"/>
  <Override PartName="/ppt/notesSlides/notesSlide5.xml" ContentType="application/vnd.openxmlformats-officedocument.presentationml.notesSlide+xml"/>
  <Override PartName="/ppt/ink/ink8.xml" ContentType="application/inkml+xml"/>
  <Override PartName="/ppt/ink/ink9.xml" ContentType="application/inkml+xml"/>
  <Override PartName="/ppt/ink/ink10.xml" ContentType="application/inkml+xml"/>
  <Override PartName="/ppt/notesSlides/notesSlide6.xml" ContentType="application/vnd.openxmlformats-officedocument.presentationml.notesSlide+xml"/>
  <Override PartName="/ppt/ink/ink11.xml" ContentType="application/inkml+xml"/>
  <Override PartName="/ppt/ink/ink12.xml" ContentType="application/inkml+xml"/>
  <Override PartName="/ppt/notesSlides/notesSlide7.xml" ContentType="application/vnd.openxmlformats-officedocument.presentationml.notesSlide+xml"/>
  <Override PartName="/ppt/ink/ink13.xml" ContentType="application/inkml+xml"/>
  <Override PartName="/ppt/ink/ink14.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5.xml" ContentType="application/inkml+xml"/>
  <Override PartName="/ppt/notesSlides/notesSlide10.xml" ContentType="application/vnd.openxmlformats-officedocument.presentationml.notesSlide+xml"/>
  <Override PartName="/ppt/ink/ink16.xml" ContentType="application/inkml+xml"/>
  <Override PartName="/ppt/notesSlides/notesSlide11.xml" ContentType="application/vnd.openxmlformats-officedocument.presentationml.notesSlide+xml"/>
  <Override PartName="/ppt/ink/ink17.xml" ContentType="application/inkml+xml"/>
  <Override PartName="/ppt/ink/ink1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embeddedFontLst>
    <p:embeddedFont>
      <p:font typeface="DM Sans Medium" panose="020F0502020204030204" pitchFamily="34" charset="0"/>
      <p:regular r:id="rId14"/>
    </p:embeddedFont>
    <p:embeddedFont>
      <p:font typeface="Inter" panose="02000503000000020004" pitchFamily="2"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23"/>
    <p:restoredTop sz="94610"/>
  </p:normalViewPr>
  <p:slideViewPr>
    <p:cSldViewPr snapToGrid="0" snapToObjects="1">
      <p:cViewPr varScale="1">
        <p:scale>
          <a:sx n="105" d="100"/>
          <a:sy n="105" d="100"/>
        </p:scale>
        <p:origin x="232"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7:18:09.353"/>
    </inkml:context>
    <inkml:brush xml:id="br0">
      <inkml:brushProperty name="width" value="0.35" units="cm"/>
      <inkml:brushProperty name="height" value="0.35" units="cm"/>
      <inkml:brushProperty name="color" value="#FAF8F5"/>
    </inkml:brush>
  </inkml:definitions>
  <inkml:trace contextRef="#ctx0" brushRef="#br0">3991 396 24575,'-47'0'0,"-10"0"0,-32 0 0,40 1 0,-5-2-492,-32 0 0,-11-4 164,9-3 0,-8-3 0,-2-1 82,13 2 0,-3-1 0,-1-1 0,-1 0 0,-2-1 0,-2 0 0,1-1 0,1 0 0,4 0 0,2 0 0,1 1 0,3 0-82,-9 0 0,3 1 0,1 0 0,4-1 0,0 1 0,0 0 0,-2 2 0,-2 1 0,2 0 0,6 0 0,1 1 0,1 0 0,-2 0 0,1 1 0,2-1-164,-26 0 0,4-1 0,15 1 0,4 2 983,13 1 1,3 2 491,-35 1 0,32-2 0,13 1 0,16-1 0,11 1 0,3 3 0,9 0 0,1 0 0,1 0 0,4 0 0,-1 0-971,-1 0-12,-3 0 0,-1 0 0,-1 0 0,1 0 0,3 0 0,57 6 0,-7-1 0,52 7 0,-18 0 0,8 2-984,-13 1 0,26 5 536,1 1-34,-2 0 482,-41-10 0,-2-2 0,18 4 0,-5-4 0,-14-5 0,-13 0 0,-9-4 983,-11 0 0,-4 0-51,-3 0-932,0 0 0,-44 8 0,17-3 0,-42 7 0,24-6 0,-2-2 0,-17 3 0,5-2 0,-2 0 0,4 1 0,11-3 0,-3 1 0,7-1 0,-4 1 0,4 0 0,1 0 0,1 0 0,5-1 0,1 0 0,4 1 0,4-1 0,7-2 0,3 1 0,0 6 0,6 1 0,17-10 0,-6 4 0,14-9 0,-17 9 0,-3 6 0,-1 4 0,0 3 0,-1 2 0,1 0 0,-3 0 0,0-3 0,0 2 0,0-2 0,0 0 0,0 3 0,0-3 0,0-1 0,0 3 0,0-2 0,0 2 0,0 0 0,0-4 0,0 1 0,0-1 0,3 3 0,0 2 0,0 0 0,0 0 0,-3-2 0,1-2 0,-1-3 0,0 0 0,0-1 0,2 0 0,1 1 0,-1-2 0,0 0 0,0 0 0,2 0 0,3-1 0,1 0 0,1-3 0,0-2 0,-1-3 0,1 0 0,0 0 0,3 0 0,-2 0 0,2 0 0,-3 0 0,1 0 0,-1 0 0,1 0 0,0 0 0,3 0 0,2 0 0,3 0 0,0 0 0,0 0 0,0 0 0,-1 0 0,2 0 0,-3 0 0,3 0 0,0 2 0,0 2 0,3 1 0,-4 1 0,1-2 0,0-1 0,-1-2 0,4 2 0,-3 0 0,3 1 0,0-2 0,0-1 0,0-1 0,-1 0 0,-1 0 0,0 0 0,4 0 0,0 0 0,2 0 0,0 0 0,5 0 0,0 0 0,1 0 0,0 0 0,0 0 0,6 0 0,0 0 0,4 3 0,0 1 0,0 0 0,0 3 0,-5-4 0,-5 1 0,-1-1 0,2-3 0,5 2 0,-1 2 0,0 0 0,1 0 0,-4-3 0,-2-1 0,-5 0 0,0 0 0,-1 0 0,1 0 0,-1 0 0,-1 0 0,1 0 0,0 0 0,1 0 0,4 0 0,5 0 0,6 0 0,4 0 0,-2 0 0,0 0 0,-1 0 0,-3 0 0,-2 0 0,0 0 0,-4 0 0,-2 0 0,-1 0 0,-1 0 0,1 0 0,1 0 0,0 0 0,-1 0 0,2 0 0,1 0 0,2 0 0,-3 0 0,0 0 0,3 0 0,-3 0 0,4 0 0,1 0 0,-5 0 0,3 0 0,-4 0 0,-1 0 0,0 0 0,-8 0 0,-1 0 0,3 0 0,0 0 0,2 0 0,0 0 0,-6 0 0,2 0 0,-4 0 0,1 0 0,-2 0 0,1 0 0,3 0 0,-3 0 0,3 0 0,-1 0 0,1 0 0,-1 0 0,-2 0 0,-3 0 0,-1 0 0,3 0 0,0 0 0,0 0 0,-3 0 0,3 0 0,-3 0 0,0 0 0,-2 0 0,2 0 0,-1 0 0,1 0 0,1 0 0,-2 0 0,1 0 0,3 0 0,-2 0 0,4 0 0,1 0 0,-2 0 0,3 0 0,-3 0 0,0 0 0,-1 0 0,1 0 0,3 0 0,-2 0 0,1 0 0,1 0 0,0 0 0,0 0 0,-3 0 0,-1 0 0,1 0 0,4 0 0,2-2 0,-2-2 0,-3-1 0,-1 0 0,-4-1 0,0 1 0,-1 0 0,-3-2 0,-1 1 0,1-1 0,-4-1 0,1 0 0,-4-3 0,1 0 0,-1 0 0,-1 0 0,1 1 0,-2-1 0,1 1 0,0 0 0,-3-1 0,1 1 0,0-1 0,2 1 0,-1 0 0,0 0 0,-2 1 0,0 0 0,0 1 0,0-1 0,2 0 0,0-1 0,1 1 0,-1 0 0,-2 0 0,0 0 0,0 0 0,0-3 0,0 2 0,0-2 0,0 3 0,0-1 0,0 0 0,0 0 0,0 0 0,0 0 0,0 0 0,-2-1 0,-1 1 0,-2 0 0,0 1 0,1 1 0,-2-1 0,1 0 0,-2-1 0,0 0 0,-1-1 0,-2 3 0,0 2 0,0 3 0,-3 2 0,-2 1 0,1 0 0,-3 0 0,2 0 0,-3 0 0,2 0 0,3 0 0,-2 0 0,3 0 0,-2 0 0,0 0 0,3 0 0,0 0 0,0 0 0,1 0 0,-1 0 0,1 0 0,-1 0 0,1 0 0,0 0 0,-4 0 0,0 0 0,-1 0 0,-1 0 0,3 0 0,-2 0 0,0 0 0,0 0 0,-2 0 0,2 0 0,-4 0 0,-2 0 0,-6 0 0,-5 0 0,-10 0 0,-14 0 0,-8-5 0,-27-5-984,-3-6 159,3 0 825,-2 2-786,9 2 786,-11-3 0,44 8 0,0-1 0,-41-4 0,14 1 0,15 5 0,14 1 0,8 1 983,8 3-233,8 1 112,6 0-862,4 0 0,4-1 0,1 1 0,0 0 0,1 0 0,0 0 0,0 0 0,0 0 0,0 0 0,-2 0 0,-2 0 0,-1 0 0,-4 0 0,-3 0 0,2 0 0,-3 0 0,0 0 0,-1 0 0,-8 0 0,-1 0 0,1 0 0,3-1 0,6-2 0,0 0 0,-3-3 0,-5 1 0,-2 1 0,0-3 0,4 3 0,-4 0 0,-1 1 0,0 2 0,-3 1 0,3 0 0,-5-1 0,-4 1 0,4 0 0,1 0 0,9 0 0,6 0 0,0 0 0,-1 0 0,-3 0 0,0 0 0,-1 0 0,1 0 0,-1 0 0,0 0 0,1 3 0,-1 0 0,0 1 0,1 1 0,0-1 0,-1 0 0,-3-2 0,1 0 0,1 1 0,-2 0 0,3 0 0,-8-2 0,-1 0 0,-1-1 0,-5 0 0,3 2 0,-4 1 0,4 1 0,1-1 0,-1-3 0,6 3 0,1 1 0,6-1 0,3 0 0,7-2 0,1 1 0,3 1 0,-2 1 0,1 1 0,2 1 0,1 3 0,1-3 0,1 1 0,1-2 0,-4 0 0,2 0 0,-5-3 0,6 1 0,-1-2 0,0 1 0,1 2 0,0 3 0,1 0 0,-2 3 0,2-1 0,0 0 0,2 1 0,2-1 0,1 1 0,10-3 0,4-2 0,10-4 0,3-1 0,12 0 0,8 0 0,2 0 0,-7 0 0,-15 0 0,-6 0 0,-4 0 0,0 0 0,3 0 0,-3 0 0,0 0 0,2 0 0,-2 0 0,0 0 0,3 0 0,1 0 0,0 0 0,7 0 0,1 0 0,1 0 0,3 0 0,-4 0 0,4 0 0,6 0 0,5 0 0,0 0 0,1 0 0,-5 0 0,-3 0 0,-3 0 0,-4 0 0,-1 0 0,-4 3 0,-1-1 0,-3 1 0,-5-1 0,0-2 0,-6 0 0,1 0 0,2 0 0,1 0 0,2 0 0,-1 0 0,1 0 0,4 0 0,3 0 0,9 0 0,6 0 0,6 0 0,6 0 0,7 0 0,7 0 0,7 0 0,6 0 0,-1 0 0,-7 0 0,-7 3 0,-1 0 0,-3 1 0,1 0 0,-2-3 0,-4-1 0,-2 0 0,-4 0 0,-1 0 0,-6 0 0,-4 0 0,-2 0 0,-6 0 0,0 0 0,0 0 0,0 0 0,-5 0 0,-3 0 0,-2 0 0,-1 0 0,2 0 0,1 0 0,0 0 0,-2 0 0,2 0 0,-3 0 0,3 0 0,0 0 0,1 0 0,-1 0 0,0 0 0,0 0 0,0 0 0,-2 0 0,0 0 0,2 0 0,2 0 0,4 0 0,1-2 0,1-1 0,1-3 0,-1-1 0,1 1 0,0-1 0,-1 0 0,0 1 0,1-1 0,3 1 0,2-1 0,-1 1 0,-3 0 0,-5-2 0,-1 2 0,1-2 0,-1 0 0,0 1 0,0 1 0,1-1 0,0 0 0,0 3 0,-4-2 0,0 3 0,-1-2 0,-3 0 0,-1 0 0,-4 0 0,-1 1 0,-1-1 0,1 1 0,-1-2 0,2 0 0,3-2 0,1 0 0,1-1 0,1-2 0,3 0 0,-1-1 0,4-1 0,0 1 0,1-1 0,-1 3 0,0 3 0,-4 2 0,-4 2 0,-2 0 0,-3 1 0,-1 2 0,1 0 0,-17 16 0,4-7 0,-13 13 0,9-12 0,0 1 0,2-1 0,1-1 0,3 0 0,2 2 0,-1-2 0,1 3 0,0-2 0,0-1 0,0 1 0,0 1 0,0-1 0,0 0 0,0 1 0,0-1 0,0 0 0,0 0 0,0 0 0,0 0 0,0-1 0,0 0 0,0 3 0,0-3 0,-2 2 0,-3-2 0,0-4 0,-3 3 0,2-1 0,1-2 0,-3 4 0,3-5 0,-2 3 0,0 0 0,1-1 0,-1 0 0,-2-1 0,2-2 0,-7-2 0,5-1 0,-4 0 0,3 0 0,0 0 0,-1 0 0,1 0 0,0 0 0,0 0 0,0 0 0,-1 0 0,-1 0 0,-1 0 0,1-1 0,1-2 0,0 1 0,0-2 0,0 1 0,1 0 0,-1 0 0,1 1 0,0-1 0,0 1 0,0 0 0,0 2 0,1 0 0,-3 0 0,2 0 0,-3 0 0,3 0 0,0 0 0,1 0 0,-2 0 0,-2 0 0,-2 0 0,-3 0 0,-3 0 0,2 0 0,-3 0 0,4 0 0,-1 0 0,-3 0 0,0 0 0,-4 0 0,-4 0 0,-1 0 0,-2 0 0,-3 0 0,3 0 0,-5 0 0,1 0 0,-2 0 0,-3 0 0,-2 0 0,-3 0 0,0 0 0,7 0 0,3 0 0,2 0 0,2 0 0,-7 0 0,-2 0 0,2 0 0,2 0 0,1 0 0,4 0 0,-5 0 0,0 0 0,0 0 0,1 0 0,4 0 0,-2 0 0,-2 0 0,2 0 0,-1 0 0,4 0 0,1 0 0,-7 0 0,0 0 0,-4 0 0,3 0 0,0 0 0,1 0 0,0 0 0,0 0 0,4 0 0,6 0 0,5-3 0,1-1 0,3 0 0,0 2 0,4 0 0,2 0 0,1-1 0,0 1 0,1 1 0,2-1 0,1-1 0,-4 0 0,3 1 0,-5 1 0,5 1 0,0 0 0,-3 0 0,3 0 0,-4 0 0,4 0 0,-1 0 0,-2 0 0,-4 0 0,-1 0 0,-2 0 0,-3 0 0,3 0 0,-2 0 0,2 0 0,2 0 0,-2 0 0,3 0 0,0 0 0,-1 0 0,2 0 0,0 0 0,1 0 0,2 0 0,2 0 0,0 0 0,2-2 0,0-6 0,1-4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7:18:38.141"/>
    </inkml:context>
    <inkml:brush xml:id="br0">
      <inkml:brushProperty name="width" value="0.35" units="cm"/>
      <inkml:brushProperty name="height" value="0.35" units="cm"/>
      <inkml:brushProperty name="color" value="#FAF8F5"/>
    </inkml:brush>
  </inkml:definitions>
  <inkml:trace contextRef="#ctx0" brushRef="#br0">4246 1018 24575,'4'-33'0,"0"2"0,-4 13 0,0 0 0,0 0 0,0 4 0,0 2 0,-1 5 0,-2-3 0,0 2 0,0-4 0,3 3 0,0-1 0,0 1 0,0-1 0,0 0 0,0 0 0,0 1 0,0 0 0,0 0 0,0 1 0,0-4 0,-4 2 0,0-1 0,16 3 0,-8 5 0,18-1 0,-15 4 0,1 0 0,5 0 0,-6 1 0,2 7 0,-8 0 0,-1 3 0,3-1 0,-1 0 0,1 0 0,-1 2 0,-2-2 0,0-1 0,0 0 0,4 0 0,-3-1 0,3 1 0,-2 1 0,1-1 0,0 1 0,-1 0 0,0 0 0,1 0 0,0 0 0,-1 0 0,0-2 0,1 1 0,0-1 0,-1 2 0,-2 0 0,0 0 0,0-1 0,0 1 0,0 0 0,0 1 0,0-1 0,0 0 0,0-1 0,0 1 0,-2-2 0,-11 1 0,3 0 0,-12 1 0,7-2 0,-3 1 0,0 0 0,-1-2 0,1 1 0,-1-3 0,-3 1 0,-1 0 0,-3-2 0,0-2 0,0-1 0,0-1 0,3 0 0,1 0 0,3 0 0,0 0 0,0 0 0,0 0 0,1 0 0,2 0 0,1 0 0,4 0 0,0 0 0,0 0 0,1 0 0,-1 0 0,1 0 0,1 0 0,0 0 0,-4 0 0,3 0 0,-3 0 0,3 0 0,1 0 0,-1 0 0,-3 0 0,-2 0 0,1 0 0,0 0 0,1 0 0,-2 0 0,0 0 0,-1 0 0,1 0 0,0 0 0,-3 0 0,-3 0 0,-2 0 0,-2 0 0,-6 0 0,-1 2 0,-6 2 0,0-1 0,0 3 0,-4-1 0,-1-1 0,-4 3 0,4-3 0,7 1 0,1 1 0,2-3 0,-5 1 0,0 2 0,1-2 0,-1 0 0,4-1 0,-3-3 0,4 1 0,-5-1 0,1 0 0,4 0 0,1 0 0,5 0 0,2 3 0,-1 0 0,5 1 0,2-2 0,1-2 0,-1 0 0,-2 0 0,0 0 0,-2 0 0,0 3 0,-3 0 0,0 0 0,-1 0 0,3-2 0,-3-1 0,2 2 0,-4 1 0,0 0 0,5 2 0,-2-2 0,2 1 0,-3 1 0,-1-3 0,0 2 0,0 1 0,-2-1 0,-2-1 0,-1 0 0,-3 1 0,3 1 0,0-1 0,-3-1 0,2-2 0,2-1 0,1 3 0,6 0 0,4 1 0,2-2 0,1 0 0,-1 1 0,-2 1 0,-1 1 0,2-1 0,1-1 0,-3 0 0,3-2 0,-3 2 0,0 0 0,-1 1 0,-4-1 0,1-3 0,0 3 0,0 0 0,3 1 0,1-1 0,-5-3 0,-1 0 0,-3 0 0,-5 2 0,4 2 0,-1 0 0,-3 0 0,3-4 0,0 1 0,1-1 0,5 0 0,0 0 0,1 0 0,0 0 0,0 0 0,3 0 0,3 0 0,2 0 0,-1 0 0,-1 0 0,2 0 0,3 0 0,3-2 0,1-1 0,0-1 0,1-1 0,-1-1 0,1 1 0,0 0 0,-1-2 0,2-1 0,0-1 0,0-1 0,0-2 0,1-4 0,-1-4 0,0-2 0,-1-3 0,0-1 0,0-1 0,3 1 0,0-1 0,0 1 0,0-1 0,1 0 0,-1 1 0,0 0 0,4 3 0,-1 7 0,1 1 0,1 3 0,-2-1 0,1 0 0,-1 2 0,2 0 0,1 0 0,1 1 0,0 0 0,-1 1 0,1-1 0,0 1 0,0 0 0,0-4 0,2 5 0,2-2 0,3 2 0,2 0 0,1 1 0,0 1 0,0 1 0,4 2 0,0-2 0,1-1 0,2 4 0,-3-3 0,0 2 0,1-1 0,-4-1 0,4 0 0,3-3 0,1-2 0,2-1 0,-1-3 0,0-2 0,2-1 0,1 1 0,3 2 0,0-3 0,6 0 0,1-1 0,-1 1 0,4 2 0,-5 1 0,-2 0 0,2-1 0,-4 0 0,5-1 0,4 1 0,0 0 0,6-1 0,-3 1 0,3 0 0,0-1 0,2 0 0,4 0 0,1 0 0,5-1 0,2 0 0,-1 0 0,-2 1 0,0 4 0,-3 2 0,-1 1 0,-3-2 0,0 0 0,7-1 0,3 3 0,4-1 0,-3 1 0,1 0 0,-7 0 0,-6 0 0,-1 1 0,-4 0 0,-3 1 0,-1 0 0,-5 0 0,-2 1 0,-2-1 0,-5 4 0,1 0 0,3 0 0,4-1 0,1 0 0,2-1 0,-2 1 0,-7 0 0,-1-2 0,0 2 0,0 0 0,3 1 0,0 3 0,0 0 0,-1 0 0,-2 0 0,-1 0 0,3 0 0,2 0 0,4 0 0,3 0 0,-1 0 0,0 0 0,0 0 0,-1 0 0,1 0 0,0 0 0,-1 0 0,-5 0 0,-4 0 0,-1 0 0,-1 0 0,-2 0 0,1 0 0,-4 0 0,-1 0 0,0 0 0,0 0 0,-1 0 0,-3 0 0,0 0 0,-1 0 0,1 0 0,-2 0 0,0 0 0,0 0 0,3 0 0,-2 0 0,3 2 0,-3 1 0,0-1 0,0 3 0,-2 0 0,-1 0 0,2 3 0,-2-3 0,3 1 0,-3-1 0,1 2 0,1-2 0,-2 2 0,0-1 0,-1 1 0,1 0 0,0-1 0,1 4 0,-5-3 0,0 6 0,-2-4 0,-1 1 0,0 0 0,0 0 0,0 0 0,0 0 0,0 1 0,-2-1 0,-3 0 0,-3 0 0,-1-1 0,0-1 0,-2-1 0,-2 0 0,-1 0 0,0-1 0,3 1 0,-3-2 0,0-1 0,0 0 0,0-1 0,-1 0 0,0 0 0,-3-3 0,-3 0 0,-2 0 0,1 0 0,1 0 0,4 0 0,1 0 0,1 0 0,-1 0 0,-1 0 0,-1 0 0,0 0 0,2 0 0,1 0 0,4 0 0,0 0 0,0 0 0,1 0 0,0 0 0,0-2 0,1 0 0,0-1 0,-3 1 0,2 2 0,-4 0 0,4 0 0,0 0 0,-1 0 0,1 0 0,-1 0 0,-2 0 0,-2 0 0,-3 0 0,-3 0 0,-2 0 0,-2 0 0,-1 0 0,-1 0 0,-1 0 0,-3 0 0,-2 0 0,1 3 0,0 0 0,4 0 0,0 2 0,4-1 0,1 0 0,4 1 0,0-2 0,1 0 0,-1-1 0,2-2 0,3 0 0,-1 0 0,3 2 0,-1 0 0,0 1 0,2-1 0,-3-2 0,-1 1 0,1-1 0,0 0 0,3 0 0,0 0 0,-3 0 0,0 0 0,-1 0 0,1 0 0,1 0 0,-1 0 0,0 0 0,0 0 0,2 0 0,-4 0 0,-1 0 0,2 0 0,-3 0 0,3 0 0,-4 0 0,-2 0 0,-2 0 0,-3 0 0,-1 0 0,-4 0 0,-1 0 0,0 0 0,-3 0 0,6 0 0,0 0 0,-2 0 0,3 0 0,-3 0 0,0 0 0,3 2 0,1 1 0,0 3 0,4 0 0,0 1 0,4-1 0,0 1 0,1 2 0,3-1 0,-2 1 0,3-2 0,0-1 0,0 1 0,2 0 0,-4 1 0,-1 0 0,-1 1 0,-3 1 0,1-2 0,-2 1 0,0-2 0,-1 2 0,0 0 0,1 0 0,3 3 0,0-1 0,1-2 0,1 0 0,0-1 0,4-1 0,1 2 0,3-2 0,-1 1 0,-1-1 0,1 1 0,0 2 0,-1 0 0,1 0 0,0 0 0,-4 1 0,-1 0 0,-3 3 0,-3 2 0,2-1 0,-2 0 0,4-5 0,4-1 0,-2 1 0,3-2 0,-2 0 0,0-2 0,3 0 0,0-1 0,0 0 0,1 1 0,1-1 0,1 0 0,1-2 0,1 5 0,30-4 0,-7-4 0,25-11 0,-9-15 0,2-13 0,9-14 0,4-6 0,-7 7 0,4-1 0,-3 10 0,4-4 0,7 0 0,-6 9 0,-2 3 0,-1 9 0,-1 5 0,5 3 0,1 5 0,-5 4 0,-1 4 0,-5-1 0,-1 2 0,-1 0 0,-7 1 0,-2 3 0,-5 0 0,-2 0 0,0 0 0,-5 0 0,-3 0 0,-3 2 0,-3 6 0,-8 6 0,-12 13 0,-12 5 0,-9 3 0,-4-1 0,-9-2 0,-12 4 0,-14 3 0,-1 0 0,0-6 0,9-8 0,1-6 0,2 0 0,5-2 0,7 0 0,12-2 0,6-4 0,6-4 0,5-2 0,4-2 0,5-1 0,4 1 0,0-3 0,36 3 0,-7-2 0,39 2 0,-10-3 0,8 0 0,31 0-869,5 0 869,-34 0 0,3 0 0,1-1 0,-1-1 0,-5 0 0,-1 0 0,4-1 0,0 1 0,-6 0 0,-1-1 0,1 1 0,-2 0 0,40-6 0,-12-2 0,-18-1 0,-8 0 0,-9 3 0,-11-3 0,-5 4 869,-10 1-869,-6 0 0,-3 1 0,-1 0 0,-2 0 0,-25-4 0,-12 6 0,-26-3 0,-17 6 0,-5-1 0,-15 1-492,30 0 0,-3 0 169,-3 2 0,-1 1 323,-10 2 0,-3 2 0,-1 1 0,1 1 0,5 2 0,-1 1-492,-12 0 0,-3 1 0,2-1 0,-1 1 0,-5 0 0,-1 1 164,32-5 0,1 1 0,0-1 197,-27 3 0,2-1-361,3-1 0,3 0 360,11 0 1,4-1 622,13-3 1,6 1-315,-25 6 806,25-4-269,21-3 269,15 2 0,14-3 0,34-1 0,5-2-697,37-2-286,12 0-420,-34 0 0,1 0 420,1 0 0,1 0 0,2 0 0,2 0 0,10 0 0,2 0-492,0-2 0,0 0 339,3 0 1,-2-1 152,0-1 0,-3-2 0,-15-2 0,-2 0-94,-1 2 0,-1 0 94,40-4 0,-31 4 0,-13 3 0,-14 0 777,-13 0-777,-1 2 983,-8 0-635,-50 1-348,7-1 0,-38 1 0,17 0 209,2 0-209,2 0 0,4 0 0,6 0 0,-3 0 0,3 0 0,-3 0 0,4 0 0,-1 0 0,-3 0 0,-2 0 0,-4 0 0,0 4 0,5 0 0,2 0 0,7 0 0,6-4 0,4 0 0,5 2 0,-1 1 0,6 2 0,2 1 0,5-1 0,3 2 0,2 4 0,3-3 0,4 2 0,1-5 0,3-1 0,0 1 0,-1-1 0,2 0 0,-1 1 0,-3 2 0,-3 5 0,-2-1 0,-1 2 0,-2-6 0,-6 1 0,-5-3 0,-3 0 0,-2 0 0,-1 0 0,-3 0 0,-1 1 0,4 0 0,3-1 0,6 2 0,4 1 0,3 1 0,2 1 0,9-3 0,-1-3 0,10-2 0,-4-2 0,5 0 0,6-8 0,2-4 0,3-5 0,-1 0 0,-3 7 0,-3 1 0,-3 2 0,-1 1 0,0-2 0,4 3 0,4 0 0,-1-1 0,2 2 0,4 0 0,1 1 0,5 2 0,0 0 0,1 1 0,0 0 0,0 0 0,-1 0 0,0 0 0,-1 0 0,-7 0 0,-2 0 0,-8 0 0,1 0 0,1 0 0,-1 0 0,1 0 0,-2 0 0,0 0 0,0 0 0,-1 0 0,1 0 0,-1 0 0,4-3 0,-3-1 0,2 1 0,0 0 0,-2 3 0,0 0 0,-2 0 0,-1 0 0,4-2 0,1-1 0,1-1 0,4 1 0,0 3 0,1-1 0,0 1 0,-1-3 0,5 0 0,7-1 0,0 1 0,3 3 0,1 0 0,-8 0 0,3-3 0,-2 0 0,3-2 0,3 2 0,1 2 0,0 0 0,-2-2 0,2 0 0,-4-1 0,0 1 0,0 3 0,0 0 0,0-1 0,-6 1 0,-1 0 0,-5 0 0,-3 0 0,2 0 0,2 0 0,0 0 0,7 0 0,-2 0 0,6 0 0,-1 0 0,1 0 0,4-3 0,-3-1 0,3 0 0,-3 0 0,-1 4 0,-1-1 0,-5 1 0,3 0 0,-7 0 0,-3 0 0,-2 0 0,-7 0 0,1 0 0,-2 0 0,-4 0 0,0 0 0,0 0 0,-1 0 0,0 0 0,1 0 0,-1 0 0,0 0 0,0 0 0,0 0 0,0 0 0,1 0 0,1 0 0,0 0 0,0 0 0,2 0 0,1 0 0,2 0 0,1 0 0,0 0 0,4 0 0,0 0 0,1 0 0,0 0 0,-1 0 0,1 0 0,2 0 0,-2 0 0,-2 0 0,-3 2 0,1 1 0,1 0 0,-1 2 0,3-1 0,-3 2 0,0-1 0,-1-1 0,-2 0 0,-1-1 0,2 0 0,-2 2 0,-1-2 0,4 2 0,-4 1 0,4 0 0,0 1 0,-5-3 0,1 1 0,-2-1 0,1 1 0,3 0 0,-1 1 0,3 0 0,0 1 0,-3-1 0,0 0 0,-4-3 0,-1 0 0,1-3 0,-1 0 0,0 0 0,0 0 0,0 0 0,-1 0 0,0 0 0,3 0 0,-3 0 0,4 0 0,-4 0 0,0 0 0,0 0 0,1 0 0,-1 0 0,4 0 0,-4 0 0,4 0 0,-3 0 0,0 0 0,1 0 0,-1 0 0,-2-2 0,2-3 0,-4 0 0,1-2 0,-4-3 0,-1 3 0,-2-6 0,0 5 0,0-2 0,0 1 0,0-1 0,0 0 0,0 1 0,0-1 0,-4 0 0,1 3 0,-9-4 0,4 4 0,-3-3 0,5 0 0,4 1 0,-1 1 0,0-3 0,1 3 0,-1-3 0,1 1 0,-1 3 0,-3-2 0,-3 3 0,0-2 0,-1 1 0,2 1 0,2 2 0,-5 0 0,2 2 0,-9 2 0,4 0 0,-4 0 0,0 0 0,-5 0 0,-4 0 0,-1 0 0,-2 0 0,3 0 0,-4 0 0,-2 0 0,1 0 0,3 0 0,5 0 0,1 0 0,-1 0 0,1 0 0,5 0 0,1 0 0,3 0 0,-2 0 0,1 0 0,0 0 0,-2 0 0,-1 0 0,0 0 0,-1 0 0,0 0 0,4 0 0,-3 0 0,3 0 0,-3 0 0,0 0 0,-1 0 0,1 0 0,4 0 0,0 0 0,3 0 0,-1 0 0,0 0 0,-1 0 0,2 0 0,0 0 0,-2 0 0,-2 0 0,-2 0 0,-5 0 0,0 0 0,-4 0 0,-6 0 0,0 0 0,-1 0 0,-2 0 0,3 0 0,1 0 0,-1 0 0,4 0 0,0 0 0,0 0 0,1 0 0,3 0 0,1 0 0,4 0 0,0 0 0,0 0 0,4 0 0,1 0 0,3 0 0,0 0 0,1 0 0,0 0 0,1 0 0,1 0 0,-1 0 0,0 0 0,-1 0 0,0 0 0,1 0 0,-1 0 0,1 0 0,-1 0 0,0 0 0,1 0 0,0 0 0,-2 0 0,-1 0 0,-1 0 0,-1 0 0,3 0 0,0 0 0,1 0 0,-1-2 0,1-1 0,0 0 0,-1-1 0,1 1 0,0-2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7:18:39.353"/>
    </inkml:context>
    <inkml:brush xml:id="br0">
      <inkml:brushProperty name="width" value="0.35" units="cm"/>
      <inkml:brushProperty name="height" value="0.35" units="cm"/>
      <inkml:brushProperty name="color" value="#FAF8F5"/>
    </inkml:brush>
  </inkml:definitions>
  <inkml:trace contextRef="#ctx0" brushRef="#br0">30759 8392 24575,'-68'-10'0,"15"-2"0,-6-6 0,-2-4 0,-6-3 0,-4-5-246,-2-1 0,-5-4 0,-4-2 0,-5-5 105,16 9 1,-3-4-1,-4-2 1,-2-1-1,-1-1 1,0 0-1,0 1 0,-3-1 1,0-1-1,-1-1 1,0 1-1,-1-1 1,-2 0-1,-1 0 18,4 2 0,0 0 0,-1 1 0,-1-1 0,-1-1 0,-2-1 0,-3 0 0,-2-3 41,16 9 0,-2-2 0,-1-1 0,-2 0 0,-2-1 0,0-1 0,-2 0 0,1 0 0,-2 0 0,1 0 0,0 0 0,1 1 6,3 2 0,1 0 1,-1 1-1,1-1 0,-1 1 1,-1-1-1,1 1 1,-1-1-1,-1 0 0,0 0 1,-1-1-1,-1 0 0,-1 0 10,5 1 0,-2 0 1,-1 0-1,0-1 1,-1-1-1,-1 1 1,0-1-1,0 1 1,0-1-1,0 0 1,-1 1-1,1-1 1,1 1-1,0 1 0,1 0-5,-4-2 1,1 0 0,-2-1 0,1 1-1,0 0 1,0 0 0,1 0 0,0 1 0,0 0-1,2 1 1,0 1 0,2 0 0,0 2-1,3 0-19,-7-1 1,2 1-1,2 1 1,2 2 0,0 0-1,0 0 1,1 1 0,0 0-1,0 0 1,-1 0-1,-1-1 0,0 1 1,-1-1-1,0 1 1,0-1 0,-1 1-1,1 0 1,0 0 0,-1 0-1,1 1 1,0-1-1,0 1-9,-8-2 1,1 0 0,0 1-1,0-1 1,0 1 0,0 0-1,-1 1 1,0-1 0,-1 0-1,-1 0 9,4 1 1,0 1-1,-1 0 1,0 0 0,-1-1-1,0 1 1,0 0 0,-1-1-1,-1 1 1,1-1-1,-2 0 8,4 1 0,-1-1 0,0 0 0,-1 0 0,-1 0 0,0 0 0,1-1 0,-1 1 0,0 0 0,1 0 0,-1 0 0,2 1 0,1 1 0,1-1 0,0 1 0,0-1 0,0 1 0,0 0 0,0 1 0,0-1 0,1 1 0,0-1 0,-1 2 0,1-1 0,2 1 0,0 1 0,-1-1 0,1 1 0,0 0 0,0 1 0,1-1 0,-1 1 0,1 0 0,0 0 0,0 0 0,1 0-8,-5-1 1,0 1-1,1-1 1,0 0 0,0 1-1,0 0 1,1 0 0,0 1-1,0-1 1,0 2-1,0 0 26,-6-2 0,0 1 0,0 1 0,0 0 0,1 0 0,0 1 0,0 0 0,0 0 0,0 1 0,0 0 64,3 1 0,0 1 0,0 1 0,1-1 0,-1 1 0,1 0 0,-1 1 0,1-1 0,0 0 0,1 0 0,0 0 0,1-1 0,-1 1 0,0-1 0,1 1 0,0 0 0,1 0 0,0 0 0,2 1 0,1 0 0,-11-1 0,2 1 0,0 0 0,2 0 0,0 1 0,1 0 0,1 0 0,1 0 0,-4-2 0,0 1 0,1 1 0,2-1 0,0 0 0,1 0 0,1 0 0,-7-2 0,2-1 0,1 1 0,1-1 0,0 1 0,1 0 0,6 2 0,0 0 0,2 0 0,-1 0 0,1-1 0,-1 0 0,-3-2 0,-1-1 0,0 0 0,1-1 0,3 1 0,2 0 0,-18-5 0,4 0 0,3 1 0,4 0 0,-8-3 0,5 1 0,5 0 327,17 4 1,4 0 0,-1-1-297,-2-1 1,-2-1 0,-1-1-32,-10-3 0,-3 0 0,0 1 327,-5-2 1,-1 0 0,2 1-257,4 1 0,2 2 1,2 1-72,7 5 0,3 2 0,-1 0 327,2 1 1,-1 0 0,0 0-45,-1 2 1,-2 1 0,0 0-284,-4-1 0,-2 1 0,0-1 327,-1 0 1,0 1 0,-1 0-4,-3-1 0,0 0 0,0 0-324,0-2 0,0 0 0,-1 0 0,-2-1 0,0 0 0,-2 0-231,-6-1 0,-2 1 0,0 0 231,22 6 0,-1 0 0,0 1 0,-2 1-246,-6-1 0,-3 1 0,1 0 0,0 2 47,3 1 1,1 1-1,0 0 1,1 1 198,0 1 0,0 0 0,1 1 0,-1 0-214,-2 1 1,0 0-1,0 2 1,1-1 213,2 2 0,2 0 0,-1 0 0,-1 0 0,-3 0 0,-2 0 0,0 0 0,1 0 0,2 0 0,0 0 0,1 0 0,0 0 0,2 0 0,0 0 0,0 0 0,1 0-53,2 0 0,1 0 0,0 0 1,0 0 52,-21 0 0,1 0 0,1 0 0,4 0 0,0 0 0,1 0 112,3 0 0,1 0 0,0 0-112,1 0 0,-1 0 0,1 0 0,0 0 0,-1 0 0,2 0 0,3 0 0,0 0 0,1 0 327,1 0 1,0 0 0,1 0-6,3 0 1,1 0 0,2 0-323,-20 0 0,3 0 0,8 0 0,9 0 0,2 0 0,28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7:18:49.019"/>
    </inkml:context>
    <inkml:brush xml:id="br0">
      <inkml:brushProperty name="width" value="0.35" units="cm"/>
      <inkml:brushProperty name="height" value="0.35" units="cm"/>
      <inkml:brushProperty name="color" value="#FAF8F5"/>
    </inkml:brush>
  </inkml:definitions>
  <inkml:trace contextRef="#ctx0" brushRef="#br0">0 98 24575,'44'0'0,"2"0"0,7 0 0,9 0-984,6 0 0,-4 0 0,-6 0 0,0 0 0,-3-2 0,10-2 104,-2 0 880,-5-3 983,-2 3 0,-9-4 0,-3 1 0,-5 0 0,-1 1 0,-4 2-97,-5 1-886,-2-1 0,-7 1 0,-2-1 0,-5 1 0,-4 3 0,0 0 0,-1-1 0,1-2 0,1 1 0,0-1 0,0 3 0,0-3 0,0 1 0,0-1 0,1 1 0,-1-1 0,0 0 0,0 0 0,0 10 0,-1-1 0,0 8 0,0-5 0,1 1 0,-1-2 0,-1-2 0,0 0 0,1-2 0,2 3 0,3 1 0,3-1 0,1-1 0,0-1 0,0-1 0,1 0 0,-1-1 0,-2-2 0,2-1 0,-3 0 0,-1 0 0,0 0 0,-4 0 0,0 0 0,-2 0 0,1 0 0,0 0 0,0 0 0,1 0 0,0 0 0,0 0 0,3 0 0,4 0 0,5 0 0,8 0 0,2 0 0,5 0 0,11-4 0,2-1 0,5 0 0,4 0 0,-9 5 0,2 0 0,1 0 0,-4 0 0,8 0 0,-1 0 0,1 0 0,-1 0 0,-5 0 0,-5 0 0,-3 0 0,-4 0 0,-5 0 0,-6 0 0,-6 0 0,-4 0 0,-4 0 0,1 0 0,-3 0 0,3-2 0,1-1 0,3 0 0,2 0 0,1 2 0,0 1 0,1-3 0,-1-1 0,5 1 0,5 0 0,0 3 0,4-1 0,1 1 0,1 0 0,-2 0 0,-6 0 0,-3 0 0,4 0 0,1 0 0,1 0 0,3 0 0,1 0 0,6 0 0,5 0 0,0 0 0,1 0 0,0 0 0,1 0 0,-2 0 0,0 0 0,0 0 0,-2 0 0,-3 0 0,-6 0 0,-4 0 0,-1 0 0,0 0 0,1 0 0,-1 0 0,-5 0 0,1 0 0,-5 0 0,-1 0 0,-3 0 0,-3 0 0,1 0 0,-2 0 0,-1 0 0,-1 0 0,-4 0 0,2 0 0,1 0 0,3 0 0,2 0 0,1 0 0,0 0 0,-2 0 0,-1 0 0,-4 0 0,3 0 0,1 0 0,-1 0 0,4 0 0,-4 0 0,1 0 0,1 0 0,-3 0 0,0 0 0,2 0 0,-2 0 0,1 0 0,2 0 0,-1 0 0,0 0 0,-1 0 0,0 0 0,1 0 0,3 0 0,3 0 0,-2 0 0,3 0 0,-1 0 0,1 0 0,-1 0 0,-2 0 0,-1 0 0,-1 0 0,0 0 0,-3 0 0,-2 0 0,-1 0 0,-1 0 0,1 0 0,-1 0 0,0 0 0,0 0 0,0 0 0,-2 0 0,5 0 0,-4 0 0,4 0 0,-3 0 0,-1 0 0,-1 6 0,-3 4 0,-3 1 0,-2 1 0,0-4 0,0 1 0,0 1 0,0 0 0,0 0 0,0 0 0,0 1 0,0-1 0,0 0 0,0 0 0,0 0 0,0 0 0,0-1 0,0 0 0,0 3 0,0-2 0,0 3 0,0-3 0,0 0 0,0 0 0,0-1 0,-4 0 0,-2-3 0,-2 0 0,-4-1 0,4-2 0,-3-1 0,1 0 0,0 1 0,0 0 0,-1-1 0,1-2 0,0 2 0,0 1 0,1-1 0,0 1 0,1-3 0,-1 1 0,-1 2 0,-1-1 0,1 0 0,-3-1 0,-2 1 0,1 1 0,0-1 0,3 0 0,0-1 0,1-1 0,-3 0 0,-2 0 0,2 1 0,1 1 0,3 0 0,1 0 0,-2-1 0,-3 0 0,-1 1 0,-1 0 0,1 1 0,3-1 0,0-2 0,-3 0 0,0 0 0,-1 0 0,1 0 0,4 0 0,0 0 0,0 0 0,-1 0 0,-2 2 0,1 0 0,-1 1 0,2-1 0,0-1 0,-3-1 0,0 2 0,-1 0 0,-2 1 0,-1-1 0,-5-2 0,1 3 0,0-1 0,-5 1 0,-1 2 0,-4-1 0,2-1 0,3 2 0,-4-2 0,-2 0 0,-4 0 0,1-2 0,2-1 0,1 0 0,1 0 0,-2 0 0,1 0 0,1 0 0,8 0 0,2 0 0,0 0 0,0 0 0,-4 3 0,3 1 0,0-1 0,1 0 0,-1-3 0,0 0 0,0 0 0,1 0 0,-1 0 0,-3 0 0,0 0 0,-1 0 0,-4 0 0,-2 0 0,1 0 0,1 0 0,0 0 0,0 0 0,-1 0 0,-3 0 0,3 0 0,-9 0 0,-7 0 0,-2 0 0,-3 0 0,2 0 0,-4 0 0,-1 0 0,3 0 0,3 0 0,5 0 0,1 0 0,-4 0 0,5 0 0,7 0 0,5 0 0,4 0 0,0 0 0,-2 0 0,1 0 0,1 0 0,0 0 0,1 0 0,-1 0 0,0 0 0,4 0 0,1 0 0,-1 0 0,0 0 0,-3 0 0,4 0 0,1 0 0,2 0 0,0 0 0,-3 0 0,-1 0 0,1 0 0,-1 0 0,1 0 0,-1 0 0,-3 0 0,-1 0 0,0 0 0,0 0 0,0 0 0,1 0 0,0 0 0,0 0 0,0 0 0,3 0 0,1 0 0,-1 0 0,0 0 0,-3 0 0,0 0 0,-4 0 0,-2 0 0,-1 0 0,-3 0 0,3 0 0,0 0 0,2 0 0,4 0 0,0 0 0,1 0 0,4 0 0,3 0 0,4 0 0,2 0 0,-2 0 0,0 0 0,0 0 0,1 0 0,3 0 0,0 0 0,0 0 0,1 0 0,-1 0 0,1 0 0,-1 0 0,1 0 0,2 2 0,-3 1 0,4 1 0,-4 1 0,3-3 0,-1 1 0,33-3 0,-18 0 0,28 0 0,-26 0 0,1 0 0,7-3 0,3 0 0,2-2 0,2-1 0,-2 4 0,3-4 0,2 2 0,5-3 0,1 0 0,5 2 0,10 2 0,3 3 0,0 0 0,1 0 0,0 0 0,8 0 0,13 0 0,2 0 0,2 3 0,1 2 0,-1 3 0,-3 1 0,-8-3 0,-7-1 0,-12-5 0,-2 0 0,-7 0 0,-4 0 0,2 0 0,-6 0 0,-4 0 0,-2 0 0,-4 0 0,3 0 0,3 0 0,1 0 0,-2 0 0,-2-2 0,0-1 0,1-4 0,3-2 0,-3 2 0,-1-3 0,0 4 0,0-1 0,4-2 0,-5 1 0,-2 0 0,-2 2 0,2 1 0,2-1 0,1-1 0,0 1 0,0-1 0,4 0 0,0 0 0,1 1 0,-3-1 0,-2 1 0,0 0 0,1 0 0,0 3 0,-2-3 0,-5 2 0,0 1 0,-1-2 0,1 3 0,1-1 0,1 1 0,0-1 0,-2 0 0,1 1 0,-2-3 0,0 2 0,-1 0 0,-3 1 0,-1 2 0,0-1 0,-1 1 0,3 0 0,-3 0 0,3 0 0,-2 0 0,-2 0 0,1-2 0,0 0 0,0 0 0,1 0 0,0 2 0,-1 0 0,-1 0 0,5 0 0,-3 0 0,4 0 0,-4 0 0,0 0 0,0-2 0,1-1 0,-1 0 0,0 1 0,-1 2 0,1 0 0,-1-4 0,-1 3 0,0-3 0,1 3 0,1-3 0,0 2 0,0-2 0,0 3 0,-1 1 0,-1 0 0,4-2 0,-3 0 0,3-1 0,-3 1 0,1 1 0,0 1 0,0 0 0,-1-2 0,1-1 0,-1 1 0,1 0 0,-2 2 0,4-2 0,-2 0 0,3-1 0,-3 1 0,0 1 0,0 1 0,0-2 0,0-1 0,4 0 0,1 1 0,3 2 0,0 0 0,-4 0 0,-1 0 0,-4 0 0,0-2 0,-1 0 0,1-1 0,1 1 0,0 1 0,1 1 0,-1 0 0,0-1 0,0 1 0,0 0 0,0 0 0,0-2 0,0-1 0,-1 0 0,0 1 0,1 0 0,-2 0 0,2-1 0,-3 1 0,3-3 0,0 4 0,0-4 0,-1 5 0,0 0 0,1-2 0,0-1 0,1 1 0,-3-2 0,-2 2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7:18:52.961"/>
    </inkml:context>
    <inkml:brush xml:id="br0">
      <inkml:brushProperty name="width" value="0.35" units="cm"/>
      <inkml:brushProperty name="height" value="0.35" units="cm"/>
      <inkml:brushProperty name="color" value="#FAF8F5"/>
    </inkml:brush>
  </inkml:definitions>
  <inkml:trace contextRef="#ctx0" brushRef="#br0">241 802 24575,'49'0'0,"0"0"0,-9-4 0,-1-5 0,-2-2 0,-1-3 0,-3 1 0,-3 3 0,-6 0 0,-1 4 0,-5 1 0,-3 0 0,-2 2 0,-3 1 0,-1 0 0,-1 0 0,1-2 0,0 0 0,0-1 0,1 0 0,-3 0 0,3-2 0,-5 0 0,2-2 0,-1 1 0,-3 0 0,5-1 0,-6 1 0,2-1 0,-19 2 0,0 6 0,-18 5 0,2 6 0,-1 2 0,-13 4 0,-7 3 0,-4 1 0,3 0 0,15-7 0,12-6 0,7-2 0,3-2 0,3 0 0,0 0 0,2-2 0,0-1 0,0 0 0,1 0 0,0 0 0,1 0 0,0 0 0,-3 0 0,3 0 0,-2 0 0,2 0 0,0 0 0,0 0 0,0 0 0,0 0 0,-3 0 0,2 0 0,-2 0 0,3 0 0,1 2 0,-4 2 0,3 0 0,-3 0 0,3 0 0,-1-1 0,0 0 0,0-1 0,0-2 0,0 0 0,2-2 0,3-12 0,3-6 0,2-17 0,3-2 0,4-12 0,7-2 0,10-9 0,6-6 0,5 2 0,0 2 0,0 7 0,-4 12 0,-4 7 0,-4 7 0,-4 9 0,-5 5 0,-2 5 0,-4 3 0,1 0 0,1 1 0,0 2 0,0 1 0,0 1 0,1 1 0,-3-2 0,3 2 0,-5-2 0,3 1 0,-1-1 0,0 0 0,3 3 0,-2 4 0,-2 3 0,-3 5 0,-1-1 0,-3 1 0,0-1 0,0 0 0,0 1 0,0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7:19:06.753"/>
    </inkml:context>
    <inkml:brush xml:id="br0">
      <inkml:brushProperty name="width" value="0.35" units="cm"/>
      <inkml:brushProperty name="height" value="0.35" units="cm"/>
      <inkml:brushProperty name="color" value="#FAF8F5"/>
    </inkml:brush>
  </inkml:definitions>
  <inkml:trace contextRef="#ctx0" brushRef="#br0">90 655 24575,'-26'-12'0,"5"2"0,14 7 0,2-1 0,-6 1 0,4 1 0,-2-4 0,9-5 0,1 1 0,6-4 0,-2 7 0,-1 0 0,2-3 0,-2 0 0,2-1 0,-2 3 0,-2 1 0,3-1 0,-2-1 0,0 0 0,2 1 0,-3 0 0,1-1 0,-2 0 0,-1 0 0,2 0 0,2 0 0,2 1 0,2 2 0,-2 0 0,4 2 0,-2 0 0,4-1 0,-5 0 0,0 1 0,2-2 0,-3 1 0,5 1 0,-5-1 0,2 1 0,2-3 0,-3 2 0,5-1 0,-5 2 0,0 1 0,5-2 0,-3 0 0,5 2 0,-4 1 0,-2 0 0,1 0 0,-1-2 0,2-2 0,0 3 0,0-1 0,0-1 0,3 0 0,2-2 0,2-1 0,5-2 0,1 1 0,3-1 0,-4 1 0,5 2 0,-4 0 0,-2 0 0,2 1 0,-4-1 0,4 1 0,0 1 0,-1-1 0,0 2 0,1-3 0,3 1 0,0 2 0,-3-1 0,-1 2 0,1 0 0,0-3 0,3 3 0,-4-1 0,-1 1 0,-2 3 0,-1-2 0,4-1 0,1 0 0,2 0 0,1 2 0,0 0 0,-2-1 0,-1 0 0,-1-1 0,1 0 0,4 3 0,-1 0 0,1-3 0,-1-1 0,-4 1 0,-1 0 0,-2 3 0,-3 0 0,3 0 0,-3 0 0,2 0 0,0 0 0,-2 0 0,1 0 0,-2 0 0,0 0 0,-1 0 0,0 0 0,1 0 0,0 0 0,-2 0 0,-3 0 0,-1-2 0,-1 0 0,1 0 0,-1-1 0,2 2 0,0 1 0,0 0 0,0-1 0,0 1 0,1 0 0,-1 0 0,0 0 0,4 0 0,1 0 0,-1 0 0,0 0 0,-4 0 0,0-2 0,-1-1 0,-1 0 0,1 1 0,2 2 0,3 0 0,3-3 0,1 0 0,0 0 0,0 0 0,0 2 0,4 1 0,1 0 0,3 0 0,0-1 0,0-1 0,0-2 0,-1 0 0,1 1 0,0 3 0,1 0 0,1 0 0,-1 0 0,0 0 0,0 0 0,0 0 0,0 0 0,0-2 0,0-2 0,0 1 0,-4 0 0,-1 2 0,0 1 0,-3 0 0,2-3 0,-4 0 0,-2-1 0,1 1 0,0 3 0,1-2 0,1 0 0,0-1 0,-3 1 0,3 1 0,-3-1 0,3-1 0,0 1 0,0-1 0,1 3 0,-1 0 0,3 0 0,-2 0 0,2-3 0,-2-1 0,0 1 0,3 0 0,1 3 0,2 0 0,-2 0 0,-1 0 0,1 0 0,0 0 0,0 0 0,-1 0 0,1 0 0,0 0 0,-1 0 0,5 0 0,-4 0 0,1 0 0,4 0 0,-4 0 0,4 0 0,0 0 0,-2 0 0,5 0 0,1 0 0,-3 0 0,3 0 0,-6 0 0,-1 0 0,1 0 0,-6 0 0,2 0 0,-4 0 0,-1 0 0,0 0 0,-2 0 0,3 0 0,-2 0 0,4 0 0,-1 0 0,0 0 0,-1 0 0,1 0 0,2 0 0,-1 0 0,2 0 0,0 0 0,-2 0 0,1 0 0,-3 0 0,-3 0 0,-3 0 0,-3 0 0,-1 0 0,1 0 0,1 0 0,0 5 0,-2 1 0,-1 2 0,-2-1 0,4-2 0,0 0 0,3 0 0,-3-3 0,-1 2 0,0-2 0,1 2 0,1 3 0,0-2 0,0 2 0,1 1 0,-1-2 0,0 1 0,0-2 0,1 0 0,-1 0 0,-3 1 0,-2 3 0,-1-3 0,-1 8 0,-1-7 0,1 4 0,-3-3 0,0 1 0,0 2 0,0-1 0,0 2 0,0-3 0,0 1 0,0 0 0,0-1 0,0 1 0,0 0 0,-5-1 0,2-1 0,-4-1 0,-1-1 0,1-1 0,-4 1 0,2-1 0,-2-2 0,1 2 0,0-2 0,-1 0 0,1-1 0,0-2 0,-1 3 0,1-1 0,0 1 0,0-1 0,2 1 0,-1-1 0,1 1 0,0 1 0,-4-2 0,3 3 0,-3 1 0,2 0 0,0 0 0,0-1 0,0 0 0,0 0 0,0 0 0,0 0 0,1-2 0,1 1 0,-1-2 0,0 0 0,0 2 0,-2-1 0,1 0 0,0-1 0,-1-1 0,1-1 0,2 2 0,-4 1 0,3 0 0,-3-1 0,2 0 0,1 1 0,0-1 0,0 1 0,1-3 0,-2 0 0,0 0 0,-3 0 0,-2 0 0,1 0 0,-3 0 0,2 0 0,-4 0 0,1 0 0,0 0 0,-4 0 0,4 0 0,-1 0 0,3 0 0,2 0 0,-5 0 0,-3 0 0,0 0 0,0 0 0,-1 0 0,0 0 0,-3 0 0,-1 0 0,0 0 0,4 0 0,1 0 0,0 0 0,-1 0 0,-2 0 0,1 0 0,2 0 0,-4 0 0,-2 0 0,-3 0 0,-4 0 0,1 0 0,-3 0 0,0 0 0,3 0 0,-2 0 0,3 0 0,-5 0 0,1 0 0,4 0 0,-2 0 0,3 0 0,3 0 0,2 0 0,5 0 0,-4 0 0,-4 0 0,-2 0 0,-3 0 0,-3 0 0,0 0 0,-4 0 0,-1 0 0,-2 0 0,-4 0 0,5 0 0,2 0 0,5 0 0,0 0 0,1 0 0,3 0 0,-3 0 0,3 0 0,-5 0 0,1 0 0,0 0 0,-5 0 0,3 0 0,-3 0 0,-1 0 0,-1 0 0,-5 0 0,5 0 0,2 0 0,5 0 0,5 0 0,2 0 0,3 0 0,0 0 0,-1 0 0,1 0 0,2 0 0,2 0 0,0 0 0,0 0 0,0 0 0,1 0 0,-1 0 0,0 0 0,-3 0 0,3 0 0,1 0 0,1 0 0,2 0 0,0 0 0,4 0 0,2 0 0,-3 0 0,1 0 0,0 0 0,-2 0 0,2 0 0,0 0 0,-3 0 0,3 0 0,-3 0 0,0 0 0,-1 0 0,1 0 0,0 0 0,2 0 0,0 0 0,1-2 0,0 0 0,-2-1 0,-1 1 0,-1 1 0,4-1 0,0-1 0,0 0 0,0-1 0,0 1 0,1 0 0,3-2 0,-2 2 0,-2 0 0,1 1 0,0 2 0,5-1 0,0-1 0,1-1 0,-1 1 0,-1 1 0,-1 0 0,1 1 0,0 0 0,-4 0 0,0-1 0,-1 1 0,-2 0 0,-2 0 0,-3 0 0,-1 0 0,2 0 0,2 0 0,3 0 0,0 0 0,4 0 0,1 0 0,0 0 0,0 0 0,0 0 0,3 2 0,2 8 0,4-2 0,2 6 0,0-5 0,0-1 0,0 5 0,1-3 0,3 1 0,7-4 0,-2-2 0,4-2 0,-5-1 0,0-2 0,4 0 0,-2 0 0,3 0 0,-3 0 0,-1 2 0,-1 0 0,1 3 0,-1-2 0,0 3 0,1-3 0,-1 1 0,3 1 0,-3 0 0,3 0 0,-2 0 0,1 0 0,-2-2 0,4 1 0,-2-2 0,3 1 0,-3-1 0,0-2 0,0 1 0,0 1 0,1 0 0,-1 1 0,0-1 0,1 1 0,-1-1 0,0 1 0,0-1 0,3-2 0,0 0 0,0 0 0,-1 0 0,-3 0 0,1 2 0,0 0 0,0 1 0,1-1 0,-1-2 0,0 1 0,0-1 0,0 0 0,0 0 0,0 0 0,0 0 0,-1 0 0,0 0 0,4 0 0,-1 0 0,5 0 0,-3 0 0,3 0 0,-2 0 0,3 0 0,0 0 0,0 0 0,1 0 0,-1 0 0,4 0 0,1 0 0,-1 0 0,-1 0 0,-2 0 0,0 0 0,3 0 0,1 0 0,3 0 0,0 0 0,0 0 0,0 0 0,1 0 0,-4 2 0,0 0 0,-1 1 0,1-1 0,3-2 0,-4 0 0,0 0 0,-1 0 0,-3 0 0,1 0 0,-1 0 0,-2 0 0,4 0 0,-2 0 0,1 0 0,-1 0 0,1 0 0,-1 0 0,1 0 0,-1 0 0,1 0 0,3 0 0,-3 0 0,2 0 0,-3 0 0,-3 0 0,3 0 0,-2 0 0,3 0 0,3 0 0,1 0 0,2 0 0,1 0 0,1 0 0,-1 0 0,-2 0 0,-2 0 0,0 0 0,1 0 0,2 0 0,1 0 0,0 0 0,-3 0 0,-1 0 0,-1 0 0,5 0 0,4 0 0,5 0 0,6 0 0,2 0 0,10 0 0,3 0 0,0 0 0,0 0 0,-6 0 0,-1 0 0,0 0 0,-7 0 0,-1 0 0,-7 0 0,-2 0 0,3 0 0,-1 0 0,6 0 0,-3 0 0,-3 0 0,3 0 0,-4 0 0,0 0 0,-1 0 0,-5 0 0,0 0 0,-1 0 0,-3 0 0,-1 0 0,-5 0 0,-1 0 0,-1 0 0,-3 0 0,3 0 0,0 0 0,0 0 0,-1 0 0,-3 0 0,0 0 0,-1 0 0,1 0 0,2-3 0,2 0 0,0-1 0,-2-1 0,-3 2 0,4-2 0,-1-1 0,0 2 0,2-1 0,-3 2 0,5-3 0,0 0 0,-2 2 0,0-1 0,-1 2 0,1-3 0,-1 1 0,0 2 0,-3 1 0,3-1 0,0-1 0,0 0 0,-1 1 0,-4 2 0,0-1 0,-1-1 0,1 1 0,3 1 0,2-1 0,0-1 0,0 0 0,0 1 0,1-1 0,0 0 0,-1 0 0,-4 1 0,4 2 0,1 0 0,-1-1 0,3-1 0,-4-2 0,3 0 0,-1 1 0,1 3 0,1 0 0,-2 0 0,3 0 0,-3 0 0,0-1 0,-1-2 0,-3 0 0,-1 1 0,1 1 0,-1 1 0,0-2 0,0-1 0,-1 0 0,-1-1 0,1 2 0,0-5 0,0 2 0,1-4 0,-1 3 0,-2-1 0,0 3 0,-27 26 0,8-13 0,-18 22 0,13-17 0,1 2 0,1-2 0,1 0 0,3-5 0,1-2 0,0-2 0,-4-2 0,0-1 0,1-1 0,1 1 0,3 1 0,0-1 0,-1-1 0,0-1 0,0 0 0,-1 0 0,1 0 0,-1 0 0,1 0 0,0 0 0,1 0 0,0 0 0,0 0 0,-3 0 0,2 0 0,-3 0 0,4 0 0,-1 0 0,0 0 0,-3 0 0,-2 0 0,-3 0 0,0 0 0,0 0 0,-4-2 0,3-2 0,-4 0 0,1 1 0,-5 3 0,-7 0 0,-7 0 0,-5-2 0,-2-2 0,-1-1 0,-5 2 0,-2 2 0,-6 1 0,-6 0 0,-3-1 0,-5-3 0,0-1 0,1 0 0,1 1 0,7 4 0,7 0 0,3-3 0,3-1 0,-2-1 0,0-2 0,4 2 0,2-3 0,0-3 0,0 2 0,1 0 0,-1 1 0,1 3 0,5 1 0,6 0 0,7 4 0,6 0 0,3 0 0,3 0 0,3 0 0,3 0 0,0 0 0,1 0 0,2 0 0,-1-2 0,1-1 0,-1 1 0,1-1 0,0 3 0,-1-2 0,1-1 0,0 0 0,-4 1 0,0 2 0,-1-2 0,-4-1 0,1 0 0,-5 0 0,-2 1 0,-1 0 0,0-2 0,-1 1 0,0-3 0,0 2 0,0 0 0,0-2 0,0 2 0,0-2 0,1-1 0,0 3 0,4-1 0,3 3 0,4-1 0,-1-2 0,0 2 0,0 0 0,2-2 0,2 2 0,2 0 0,-1-2 0,1 2 0,1 0 0,-1-1 0,1 1 0,0-2 0,1 1 0,-1 1 0,-3 0 0,1 0 0,-2 0 0,3 0 0,1-2 0,2-1 0,-1-2 0,3 0 0,-3 0 0,2 0 0,0 1 0,1-2 0,3 2 0,-1-2 0,3-4 0,0 3 0,2 0 0,0 4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7:19:09.694"/>
    </inkml:context>
    <inkml:brush xml:id="br0">
      <inkml:brushProperty name="width" value="0.35" units="cm"/>
      <inkml:brushProperty name="height" value="0.35" units="cm"/>
      <inkml:brushProperty name="color" value="#FAF8F5"/>
    </inkml:brush>
  </inkml:definitions>
  <inkml:trace contextRef="#ctx0" brushRef="#br0">500 1 24575,'-33'0'0,"-5"0"0,6 1 0,-6 5 0,0 4 0,8 2 0,5 1 0,3-2 0,-1 0 0,-3 2 0,3-1 0,3 0 0,2 0 0,2-1 0,1 0 0,1 0 0,3-3 0,1-1 0,0-2 0,0 0 0,1-1 0,1-1 0,-4-2 0,3-1 0,0 2 0,27 8 0,-7-6 0,20 5 0,-15-9 0,3 0 0,3 0 0,3 0 0,1 0 0,-2 0 0,0-5 0,-1-3 0,-1-4 0,0-3 0,-2 3 0,2-1 0,-4 1 0,1 1 0,-2 1 0,-2 2 0,-3 3 0,-1 0 0,1-1 0,1 3 0,1 0 0,-3 2 0,0-1 0,-1-1 0,0 0 0,1 1 0,-1 2 0,0-1 0,-1-1 0,0 0 0,0-2 0,-1 0 0,4 1 0,-3 1 0,4 2 0,-4 0 0,-1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7:19:22.478"/>
    </inkml:context>
    <inkml:brush xml:id="br0">
      <inkml:brushProperty name="width" value="0.35" units="cm"/>
      <inkml:brushProperty name="height" value="0.35" units="cm"/>
      <inkml:brushProperty name="color" value="#FAF8F5"/>
    </inkml:brush>
  </inkml:definitions>
  <inkml:trace contextRef="#ctx0" brushRef="#br0">279 856 24575,'76'0'0,"16"0"0,-42 0 0,1 0-492,0 0 0,1 0 0,1 0 0,0 0-280,41 0 1053,-44 0 1,1 0-282,1 0 0,2 0 0,4 1 0,0-2-59,-2-2 0,-1-1 59,2-2 0,0 1 0,0-1 0,-1 0 0,-1 1 0,1 0 0,1 4 0,0 0 0,-4 1 0,-1-1 0,45-3 0,-11-1 0,-9 0 0,-7 1 0,-14 3 0,-9 1 0,-13 0 983,-6 0-612,-1 0-126,-7 0-245,3 0 696,-1 0-696,-2 0 0,2-2 0,-4-1 0,1-1 0,-1 1 0,1 3 0,-1-1 0,0 1 0,0 0 0,-4 0 0,3-3 0,-4 0 0,0-1 0,2 1 0,-3 3 0,4 0 0,5 0 0,1-2 0,3-1 0,1-1 0,1-1 0,0 1 0,-1 0 0,1-2 0,-1 2 0,5 0 0,1 1 0,0 3 0,-5-1 0,-4-2 0,-1 0 0,1 0 0,3 1 0,0-1 0,1 0 0,-4-1 0,0 1 0,-1 0 0,1-1 0,3 1 0,0 0 0,0 2 0,0 1 0,0 0 0,-1 0 0,-2 0 0,3 0 0,0 0 0,2 0 0,3 0 0,-3 0 0,-1 0 0,-3 0 0,-1 0 0,-1 0 0,1 0 0,0 0 0,-1 0 0,-3 0 0,-1 0 0,0 0 0,-4 0 0,0 0 0,-2-1 0,4-2 0,3-2 0,0 0 0,2-1 0,1-1 0,-2 1 0,2-3 0,-1 3 0,-1-2 0,2-1 0,-4 0 0,1 0 0,-1 1 0,-1 0 0,1 2 0,-5-1 0,-1 0 0,-3 2 0,-1-1 0,2-1 0,3 1 0,1-2 0,0 1 0,0-1 0,-3-2 0,3-1 0,1-1 0,0 1 0,-2 0 0,-2 3 0,-1 1 0,-1 0 0,0 1 0,-2 0 0,-23-3 0,6 6 0,-15-3 0,10 6 0,3 0 0,-2 0 0,-1 0 0,-1 0 0,0 0 0,-2 0 0,2-2 0,-2 0 0,0-1 0,3 1 0,-2-2 0,2 1 0,1-1 0,0 1 0,5 2 0,0-1 0,1-1 0,-1 1 0,0 1 0,-1 0 0,0 1 0,-1 0 0,1 0 0,-3 0 0,-2 0 0,1 0 0,0 0 0,0 0 0,0 0 0,-4 0 0,1-2 0,1 0 0,-2 0 0,1-2 0,-3 0 0,-2-1 0,-1-1 0,1 0 0,-1 0 0,1 0 0,2 0 0,-2 0 0,0-1 0,3 1 0,-3 0 0,4 1 0,4 0 0,0 2 0,-1-1 0,-1 1 0,-3 0 0,-2-2 0,-2 1 0,-6-3 0,-3 0 0,-4 2 0,-6-2 0,-2 2 0,-5 0 0,-5-3 0,-3 3 0,2-1 0,-5-2 0,10 3 0,-3 0 0,0 1 0,4 4 0,-4 0 0,4 0 0,-1 0 0,1 0 0,0 0 0,0 0 0,0 0 0,0 0 0,0 0 0,0 0 0,0 0 0,1 0 0,0 0 0,1 0 0,5 0 0,1 0 0,4 0 0,4 2 0,-3 1 0,3 0 0,-1 0 0,2 0 0,4 0 0,0 1 0,-4-1 0,-1 0 0,0 1 0,2-1 0,0 0 0,-1 0 0,0 0 0,1 1 0,1 1 0,-6 2 0,-7 0 0,-4 4 0,3-1 0,0-1 0,1 1 0,-1 1 0,-5-1 0,5 1 0,1-4 0,1 0 0,2 1 0,-2-4 0,6 3 0,-1-4 0,3 1 0,3-1 0,-1-3 0,1 0 0,-4 0 0,2 0 0,0 0 0,5 0 0,3 0 0,2 0 0,0 0 0,0 0 0,-4 0 0,1 0 0,0 0 0,0 0 0,-5 0 0,2 0 0,1 0 0,1 0 0,0 0 0,-1 0 0,0 0 0,1 0 0,3 0 0,0 0 0,5 0 0,1 0 0,2 0 0,1 0 0,1 0 0,4 0 0,0 0 0,3 5 0,2 4 0,3 4 0,2 3 0,0-4 0,0-1 0,0-2 0,0-1 0,5 5 0,-2-4 0,5 3 0,-1-7 0,-2-1 0,6-1 0,-4 0 0,4-1 0,-2-2 0,-1 0 0,5 0 0,-3 0 0,4 0 0,-5 0 0,1 0 0,-1 0 0,0 0 0,0 0 0,3 0 0,-3 0 0,4-1 0,-3-2 0,0-1 0,0-1 0,0 0 0,3-3 0,2 1 0,3-1 0,0 1 0,0 0 0,4 0 0,0 1 0,0-1 0,-1 2 0,2-2 0,5 3 0,5 1 0,9-2 0,5-1 0,4-2 0,9-4 0,-3 2 0,0-2 0,-1 2 0,-7 2 0,0 0 0,-1 3 0,-5-1 0,-2 2 0,-5 0 0,-7 1 0,-2 3 0,-5-2 0,0 0 0,3-2 0,1 1 0,1 2 0,-1-2 0,1 0 0,5-1 0,0-1 0,-3 1 0,-2 0 0,-4 1 0,0 0 0,2-1 0,-3 1 0,-3 0 0,-1 3 0,-2 0 0,4 0 0,-1 0 0,-1 0 0,4 0 0,0 0 0,4 0 0,-3 0 0,3 0 0,2 0 0,1 0 0,7 0 0,-4 0 0,4 0 0,1 0 0,-5 0 0,3 0 0,2 0 0,0 0 0,4 2 0,-3 2 0,-4 0 0,-1 2 0,-5-2 0,-3 0 0,-2-1 0,-4-2 0,-4-1 0,-1 0 0,-3 0 0,2 0 0,1 0 0,-1 0 0,-1 0 0,-3 0 0,3 0 0,1 0 0,4 0 0,4 0 0,1 0 0,3 0 0,2 0 0,-1 0 0,1 0 0,-1-3 0,0-4 0,0-2 0,0-2 0,0 2 0,-3 1 0,-1 2 0,-1-2 0,2-1 0,2 2 0,1-2 0,0 1 0,1 1 0,0 0 0,-4 1 0,0 0 0,0 0 0,0 0 0,0 0 0,-1 0 0,-1 0 0,-2 1 0,-1 1 0,-2 1 0,-1 1 0,1-1 0,2-1 0,0 1 0,-2 1 0,-2-1 0,0 0 0,1 1 0,0 1 0,-2 1 0,-2-2 0,0-1 0,-1 0 0,0 1 0,-1 0 0,0-1 0,0 0 0,2 1 0,1 0 0,2 0 0,2-3 0,2-1 0,1 2 0,2-1 0,1 1 0,1-3 0,-1 0 0,1 1 0,-5-1 0,1 3 0,-1-1 0,-4 2 0,-2 0 0,-3-1 0,0 2 0,-1 0 0,2-1 0,0 3 0,0-3 0,1 1 0,-1-1 0,0 1 0,-1 1 0,2 1 0,-1 0 0,7 0 0,4 0 0,1 1 0,1 2 0,-4 1 0,-2 1 0,1-1 0,-3 0 0,-1-1 0,-4 2 0,-2 0 0,1-3 0,-1 6 0,-4-3 0,0 5 0,-2 2 0,0-3 0,0 2 0,4-3 0,-5 0 0,4 1 0,-5 2 0,0-1 0,-5 2 0,-6-1 0,-11 1 0,-11-1 0,-9 1 0,-4-1 0,-3 2 0,0-1 0,0-4 0,-5 1 0,3-4 0,2 0 0,1-1 0,13-4 0,2 0 0,7 0 0,6 0 0,1 0 0,3 0 0,4 0 0,1 0 0,0 0 0,0 0 0,1-2 0,-1 0 0,1-3 0,0 0 0,-1-1 0,1 1 0,0 3 0,2-1 0,-1 2 0,0-2 0,0 1 0,-1 0 0,0 1 0,-1 1 0,1-1 0,0 1 0,-4 0 0,0 0 0,-1 0 0,1 0 0,0 0 0,0 0 0,-4 0 0,0 0 0,2 0 0,1 0 0,0 0 0,-1 0 0,-2 0 0,0 0 0,2 0 0,-1 0 0,1 0 0,1 0 0,1 0 0,-1 0 0,0 0 0,1 0 0,0 0 0,0 0 0,0 0 0,1 0 0,0 0 0,2 2 0,-2 1 0,-1 2 0,-2 0 0,1-2 0,0 0 0,-3-2 0,3-1 0,0 0 0,1 0 0,0 0 0,-1 0 0,0 0 0,2 0 0,-1 0 0,1 0 0,-2 0 0,-1 0 0,1 0 0,-5 0 0,-1 0 0,-5 0 0,0 0 0,-5 0 0,-1 0 0,-5 0 0,-4 0 0,-3 0 0,0 0 0,1 0 0,1 0 0,4 0 0,5 2 0,5 0 0,9 1 0,-1 0 0,2-1 0,2-2 0,1 0 0,3 0 0,1 0 0,1 2 0,-1 1 0,1-1 0,0 1 0,0-3 0,0 0 0,0 0 0,0 0 0,1 0 0,1 0 0,-1 0 0,0 0 0,-1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7:19:22.823"/>
    </inkml:context>
    <inkml:brush xml:id="br0">
      <inkml:brushProperty name="width" value="0.35" units="cm"/>
      <inkml:brushProperty name="height" value="0.35" units="cm"/>
      <inkml:brushProperty name="color" value="#FAF8F5"/>
    </inkml:brush>
  </inkml:definitions>
  <inkml:trace contextRef="#ctx0" brushRef="#br0">0 1 24575,'0'0'0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7:19:27.919"/>
    </inkml:context>
    <inkml:brush xml:id="br0">
      <inkml:brushProperty name="width" value="0.35" units="cm"/>
      <inkml:brushProperty name="height" value="0.35" units="cm"/>
      <inkml:brushProperty name="color" value="#FAF8F5"/>
    </inkml:brush>
  </inkml:definitions>
  <inkml:trace contextRef="#ctx0" brushRef="#br0">1 38 24575,'55'0'0,"9"0"0,4 0 0,7 0 0,11 0 0,4 0-492,-38 0 0,0 0 127,-1 0 1,-1 0 364,1 0 0,0 0 380,44 0-380,-5-7 0,-4-3 0,-6 0 0,-2 1 0,-6 8 325,-9 1-325,-9 0 0,-7 0 0,-1 0 0,-6 0 869,-7 0-869,-6 0 139,-7 0-139,2 0 0,-3 0 0,-3 0 0,-1 0 0,-4 0 0,0 0 0,-1 0 0,0 0 0,1 0 0,-2 0 0,1 0 0,-2 0 0,4 3 0,-3-2 0,4 3 0,-2-3 0,2-1 0,3 2 0,6 2 0,3-1 0,1 2 0,6-1 0,5 3 0,1 3 0,10-2 0,1 3 0,7 0 0,3-2 0,0 3 0,6-1 0,2-1 0,8 2 0,1-2 0,1 0 0,0 0 0,-5-4 0,-2-2 0,-7-3 0,0-1 0,-5 0 0,-7 0 0,-2 0 0,-10 0 0,-3 0 0,-5 0 0,-5 0 0,1 0 0,-2 2 0,-2 0 0,4 1 0,2-1 0,2 1 0,-3 0 0,-7 1 0,-5-2 0,-5-1 0,0-1 0,0 0 0,-1 0 0,-2 2 0,-31 6 0,3-1 0,-28 1 0,12-2 0,-8-1 0,3-1 0,-10-1 0,-1-3 0,-5 0 0,-6 0 0,5 0 0,1 0 0,9 0 0,7 0 0,7 0 0,8 0 0,6 0 0,6 0 0,3 0 0,1 0 0,1 0 0,0 0 0,-3 0 0,3 0 0,-4 0 0,3 0 0,1 0 0,-1 0 0,-1 0 0,1 0 0,0 0 0,-1 0 0,-1 0 0,-2 0 0,-5 0 0,-6 0 0,-5 0 0,-2 0 0,1 0 0,3 0 0,0 0 0,2 0 0,-1 0 0,0 0 0,3 0 0,2 0 0,0 0 0,3 0 0,1 0 0,4-1 0,2-2 0,-1-2 0,0-1 0,2 1 0,0-1 0,0 1 0,1 0 0,0 2 0,-1 0 0,1 2 0,0 1 0,1 0 0,-1 0 0,2 0 0,-5 0 0,4 0 0,-3 0 0,2 0 0,1 0 0,-1 0 0,0 0 0,-1 0 0,1 2 0,0 3 0,-3 0 0,-1 2 0,-1-3 0,-1 0 0,0 0 0,-4 2 0,-2 0 0,0 0 0,0-1 0,-1 1 0,0 0 0,-3-2 0,3 1 0,0-2 0,5 0 0,-1-1 0,1-2 0,4 2 0,2 1 0,0 0 0,0-1 0,-1-2 0,0 0 0,2 0 0,0 0 0,1 0 0,-1 0 0,1 0 0,-1 0 0,1 0 0,-1 0 0,1 0 0,0 0 0,-1 0 0,1 0 0,1 1 0,1 1 0,-1 1 0,0-1 0,-4 1 0,-1 1 0,0-1 0,0 2 0,0-2 0,-4 2 0,-1 1 0,-3 1 0,0 2 0,-6-2 0,-3 2 0,-1 1 0,1-3 0,5 1 0,0 0 0,-1-1 0,0 0 0,-1-1 0,4-1 0,0-1 0,2-1 0,1-2 0,-1-1 0,3 0 0,3 0 0,2 0 0,3 0 0,4 0 0,35 0 0,-5 0 0,34 0 0,-15 0 0,-1-3 0,-4-2 0,0-2 0,-3 0 0,1 1 0,-3 1 0,-4 1 0,0 1 0,-2 2 0,1 1 0,0 0 0,-1-1 0,1-2 0,-2 0 0,1-1 0,-3 1 0,-1 3 0,0-2 0,0-1 0,3 0 0,1 0 0,5 2 0,4-2 0,7-1 0,5-1 0,-3 2 0,-1 2 0,1 0 0,-5 1 0,-1 0 0,-2 0 0,-4 0 0,-4 0 0,-5 0 0,-5 0 0,1 0 0,4 0 0,0-2 0,-1 0 0,0-1 0,1 1 0,0 1 0,-1 1 0,-3 0 0,-4 0 0,-1 0 0,-3 0 0,-1 0 0,0 0 0,0 0 0,-1 0 0,4 0 0,-4 0 0,4 0 0,-2 0 0,-1 0 0,0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7:19:37.377"/>
    </inkml:context>
    <inkml:brush xml:id="br0">
      <inkml:brushProperty name="width" value="0.35" units="cm"/>
      <inkml:brushProperty name="height" value="0.35" units="cm"/>
      <inkml:brushProperty name="color" value="#FAF8F5"/>
    </inkml:brush>
  </inkml:definitions>
  <inkml:trace contextRef="#ctx0" brushRef="#br0">116 235 24575,'39'0'0,"4"0"0,0 0 0,4 0 0,1-3 0,5-2 0,2-2 0,-2-4 0,-1 3 0,-5-2 0,0-1 0,2 2 0,-4-2 0,-4 0 0,-7 3 0,-5-1 0,-1-1 0,-4 2 0,-1-2 0,0 3 0,0 3 0,3 1 0,0 3 0,0-3 0,-1-1 0,-2 1 0,0 0 0,-1 3 0,1 0 0,7 0 0,1 0 0,1 0 0,3-3 0,-2-1 0,0-1 0,3 2 0,-3 2 0,0 1 0,3 0 0,-4-3 0,0-1 0,3 0 0,-6 2 0,2 2 0,1 0 0,-4 0 0,2 0 0,1 0 0,2 0 0,-1 0 0,0 0 0,0 0 0,1 0 0,4 0 0,1 0 0,0 0 0,3 0 0,-3 0 0,3 0 0,-4 0 0,-1 0 0,2 0 0,-1 0 0,1 0 0,-1 0 0,5 0 0,-3 0 0,-1 0 0,-1 0 0,-3 0 0,-1 0 0,-2 0 0,-4 0 0,0 0 0,-2 0 0,1 0 0,-3 0 0,-1 0 0,0 0 0,0 0 0,7 0 0,2 0 0,5 0 0,0 0 0,3 0 0,-2 0 0,2 0 0,-1 0 0,0 0 0,0 0 0,-1 0 0,0 0 0,-1 0 0,-2 0 0,-6 0 0,-1 0 0,-4 0 0,2 0 0,-2 0 0,0 0 0,-4 0 0,0 0 0,0 0 0,-4 0 0,2 0 0,-2 0 0,0 0 0,2 0 0,-2 0 0,-1 0 0,-2 0 0,-1 0 0,1 0 0,1 0 0,3 0 0,-2 0 0,1 0 0,0 0 0,-4 0 0,3 0 0,1 0 0,-1 0 0,4 0 0,-4 0 0,5 0 0,-2 0 0,1 0 0,-1 0 0,-4 0 0,-1 0 0,-3 0 0,0 0 0,1 0 0,1 0 0,-1 0 0,0 0 0,-2 1 0,0 7 0,-3-2 0,0 6 0,-2-4 0,0 0 0,1 1 0,-2 1 0,3-1 0,-1 1 0,1-1 0,0 0 0,-1 0 0,1-1 0,-1-1 0,3 4 0,-2-3 0,2 3 0,-2-2 0,0 0 0,-1 0 0,-1-1 0,2 0 0,-3 0 0,1 1 0,-2 0 0,-1 1 0,2-1 0,0 0 0,1 0 0,-1 0 0,-2 3 0,0-3 0,0 4 0,0-5 0,0 1 0,-10-1 0,4-2 0,-9 0 0,5-2 0,0 0 0,-1 0 0,1-1 0,-1 0 0,1 1 0,-1-1 0,-3 0 0,0-1 0,-1 1 0,2-1 0,3 1 0,1-1 0,0-2 0,0 0 0,-2 0 0,-3 0 0,-1 0 0,1 2 0,3 1 0,-3-1 0,0 0 0,-1-1 0,1-1 0,3 0 0,1 0 0,0 0 0,0 0 0,0 0 0,1 0 0,0 0 0,-4 0 0,3 0 0,-4 0 0,3 0 0,1 0 0,0 0 0,0 0 0,-1 0 0,1 0 0,0 0 0,-1 0 0,-2 0 0,-1 0 0,0 0 0,2 0 0,1 0 0,-2 0 0,-4 0 0,-3 0 0,-2 0 0,-4 0 0,0 0 0,-5 0 0,-1 0 0,-5 0 0,-5 0 0,-2 0 0,-4 0 0,-5 0 0,3 0 0,6 0 0,2 0 0,10 0 0,-2 0 0,-2 0 0,2 0 0,0 0 0,2-3 0,4 0 0,1-1 0,0 1 0,-4 3 0,-2-3 0,1-1 0,-4 1 0,4 0 0,-4 3 0,-1 0 0,1-3 0,-6-1 0,-6 0 0,-6 0 0,-1 4 0,-4-4 0,2-1 0,-6 0 0,1 0 0,4 4 0,2-2 0,6-2 0,1 1 0,6 0 0,2 4 0,4 0 0,8-1 0,2-2 0,5 0 0,2 0 0,-2 1 0,0 2 0,2-1 0,-2 1 0,0 0 0,2 0 0,-2 0 0,0 0 0,-1 0 0,-4 0 0,1 0 0,0 0 0,0 0 0,1 0 0,-2 0 0,-5 0 0,-1 0 0,0 0 0,1 0 0,-1 0 0,1 0 0,-1 0 0,1 0 0,0 0 0,0 0 0,-6 0 0,-4 0 0,-1 0 0,-5 0 0,1 0 0,5 0 0,1 0 0,1 0 0,2 0 0,0 0 0,5 0 0,6 0 0,3-3 0,6-2 0,4-6 0,3-3 0,6-1 0,1 1 0,4 3 0,0 1 0,-1 0 0,1 0 0,0 0 0,0 2 0,0-5 0,0 4 0,0-4 0,0 4 0,0-1 0,0 0 0,0 1 0,0-1 0,0 1 0,0 0 0,0 1 0,4-2 0,-3 1 0,2-1 0,-1 1 0,1 0 0,1 0 0,3 1 0,0 2 0,1 1 0,1 1 0,-1 0 0,2 0 0,0 1 0,0 3 0,0-1 0,1 1 0,-1 0 0,0-1 0,1 1 0,-2 0 0,1 0 0,-2 0 0,4 0 0,-3 0 0,3 0 0,-2 0 0,0 2 0,0 1 0,0-1 0,1 0 0,-1-1 0,0-1 0,0 0 0,0 0 0,0 0 0,-1 0 0,0 0 0,-35-9 0,13 6 0,-29-8 0,20 8 0,-1 0 0,-9 0 0,-1 2 0,-1 0 0,2 1 0,9 0 0,0 0 0,3 0 0,5 0 0,0 0 0,5 0 0,0 0 0,0 0 0,1 1 0,0 1 0,0 4 0,0-3 0,-1 3 0,1-2 0,-1 1 0,0 0 0,-4-2 0,0-1 0,-1-2 0,3 2 0,5 1 0,0 0 0,-4 4 0,2-1 0,-1 4 0,5-1 0,0 0 0,1 1 0,-1 0 0,-3 0 0,1 0 0,-4 4 0,0 0 0,-1 4 0,3 0 0,1-4 0,2 1 0,1-1 0,0 5 0,2 4 0,0 3 0,2 0 0,0 5 0,1 1 0,0 0 0,0 4 0,0-3 0,0-3 0,0-3 0,0-5 0,0-3 0,0-2 0,0-3 0,0-5 0,0-1 0,0 5 0,0-3 0,0 4 0,0-4 0,0 0 0,0-1 0,0 0 0,9-2 0,-2-3 0,12-2 0,-2-5 0,3-1 0,2-1 0,2-1 0,2-1 0,1 1 0,-1-1 0,-2-2 0,0 3 0,2-1 0,0 1 0,-2 2 0,-2-3 0,-3 1 0,-1 2 0,4-2 0,0 2 0,3 1 0,-1 0 0,-2 3 0,3 0 0,3 0 0,7 0 0,1 0 0,-2 0 0,-2 0 0,-4-3 0,-4 0 0,-2-3 0,-2-1 0,-5 3 0,2-2 0,-2 2 0,-1-1 0,-1-1 0,-4 3 0,0 1 0,2 2 0,5 0 0,4 0 0,4 0 0,6 0 0,6 0 0,6 0 0,25 0 0,20-5-492,-36 3 0,3-1 414,13-3 0,2 0 78,2-3 0,1 0-492,8-1 0,2-1 200,-4-1 1,-2-1 291,-11 3 0,0-1 0,-1 0 0,-1 1-266,-6 1 0,0 1 266,5 0 0,1 0 0,-3 1 0,-2 1 0,-6 0 0,-2 0 0,36-5 0,-20 2 0,-17 1 983,-15 3-950,-8 1 950,-6 3-356,-3 1-14,-3 0-613,-3 0 0,-2 0 0,0 0 0,0 3 0,-1 0 0,0 3 0,2-2 0,-3 0 0,5-1 0,-4 0 0,4-1 0,-3-1 0,0-1 0,-1 0 0,7 0 0,5 0 0,12 0 0,12 0 0,12 0 0,10 0 0,15 0 0,4 0 0,1 0 0,0 0 0,-7 0 0,-8 0 0,-13 0 0,-14 0 0,-14 0 0,-7 0 0,-3 0 0,-4 0 0,-4 0 0,0 0 0,-2 0 0,1 0 0,-1 0 0,0 0 0,-1 0 0,1 0 0,-1 0 0,1 0 0,3 0 0,0 0 0,3 0 0,-1 0 0,-2 0 0,3 0 0,-1 0 0,-1 0 0,0 0 0,-4-2 0,-39-1 0,24 0 0,-30 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7:19:39.769"/>
    </inkml:context>
    <inkml:brush xml:id="br0">
      <inkml:brushProperty name="width" value="0.35" units="cm"/>
      <inkml:brushProperty name="height" value="0.35" units="cm"/>
      <inkml:brushProperty name="color" value="#FAF8F5"/>
    </inkml:brush>
  </inkml:definitions>
  <inkml:trace contextRef="#ctx0" brushRef="#br0">2579 1 24575,'-36'0'0,"-1"0"0,1 0 0,-12 0 0,-3 0 0,-4 0 0,-4 0 0,4 0 0,8 0 0,4 0 0,12 0 0,4 0 0,-4 0 0,4 0 0,2 0 0,4 0 0,5 0 0,4 0 0,1 0 0,1 0 0,-1 0 0,1 0 0,0 0 0,0 0 0,2 0 0,-1 1 0,0 2 0,-3-1 0,-4 0 0,-5-1 0,-4-1 0,-1 0 0,0 0 0,-5 0 0,-1 0 0,-5 0 0,-1 0 0,1 0 0,-1 0 0,1 0 0,-4 0 0,6 0 0,-1 0 0,1 0 0,-2 0 0,-4 2 0,0 1 0,-1 3 0,1 3 0,-1 0 0,-2 1 0,5-2 0,1-1 0,5 1 0,5-4 0,5-1 0,1-3 0,4 0 0,5 0 0,-2 0 0,3 0 0,-1 0 0,-1 0 0,3 0 0,0 0 0,2 0 0,-1 0 0,1 0 0,-2 0 0,2 0 0,-4 0 0,4 0 0,-1 0 0,0 0 0,1 0 0,-5 0 0,-1 0 0,-3 0 0,-3 0 0,-6 0 0,-9 0 0,-2 0 0,-8 0 0,-2 0 0,-6 0 0,-6 0 0,3 0 0,6 0 0,10 0 0,6 2 0,10 2 0,5 1 0,5 1 0,8-4 0,2 1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7:19:52.752"/>
    </inkml:context>
    <inkml:brush xml:id="br0">
      <inkml:brushProperty name="width" value="0.35" units="cm"/>
      <inkml:brushProperty name="height" value="0.35" units="cm"/>
      <inkml:brushProperty name="color" value="#FAF8F5"/>
    </inkml:brush>
  </inkml:definitions>
  <inkml:trace contextRef="#ctx0" brushRef="#br0">87 374 24575,'39'0'0,"-4"-3"0,0-1 0,7-3 0,8-4 0,18 1 0,10-2 0,0-2 0,11 4 0,-6-3 0,-6 1 0,-5 3 0,-12 0 0,-5 2 0,0 1 0,-8-1 0,-3 0 0,-4 3 0,-5-3 0,2 3 0,-3 0 0,4-2 0,0 1 0,-1 0 0,0-1 0,0 2 0,-1 1 0,-4 0 0,-1 1 0,1-1 0,1-1 0,4-2 0,0 2 0,-3-3 0,2 0 0,-3 0 0,5 0 0,-1 3 0,1-3 0,4 3 0,-3-1 0,2-2 0,1 3 0,0-1 0,0 2 0,-1 3 0,0-3 0,0 0 0,5-2 0,-2 2 0,0 2 0,0 0 0,1-2 0,-1-2 0,-1 1 0,-5 0 0,0 4 0,4 0 0,-3 0 0,2 0 0,-5 0 0,-7 0 0,2 0 0,-4 0 0,2 0 0,2 0 0,-3-3 0,3 0 0,1-1 0,0 1 0,0 0 0,-5 0 0,-1-1 0,1-2 0,-4 2 0,-2-2 0,-3-1 0,0 4 0,-2-1 0,0 1 0,-1 1 0,0 0 0,2 1 0,2 0 0,-1 1 0,0 0 0,4-1 0,0 1 0,4 0 0,5 0 0,2 0 0,4 0 0,5 0 0,0 0 0,11 0 0,-3 0 0,-2 3 0,-1 0 0,-8 1 0,3 0 0,-6-3 0,-6-1 0,-2 0 0,-6 0 0,-3 0 0,-4 0 0,-4 0 0,-3 2 0,-3 8 0,-3-1 0,-2 7 0,0-7 0,0 0 0,0 0 0,0 3 0,2-4 0,2 1 0,1-2 0,2-2 0,1 7 0,-3-4 0,0 5 0,-2-4 0,-3 1 0,0-1 0,0 3 0,0-3 0,0 4 0,0-4 0,0-1 0,0 4 0,0-3 0,0 3 0,0-4 0,0 1 0,0 4 0,0-4 0,0 4 0,0-5 0,0 0 0,0 4 0,0-2 0,0 3 0,2-4 0,1 0 0,2 1 0,-1-2 0,-1 1 0,1-1 0,-2 1 0,1 0 0,1-1 0,-1 4 0,0-4 0,-1 3 0,-1-2 0,-1-1 0,0 3 0,0-2 0,-2 3 0,-2-3 0,-3-3 0,-2 1 0,1-1 0,-1-1 0,3 1 0,-5 0 0,3 1 0,-4 1 0,3-3 0,0-3 0,0-2 0,-3 1 0,3-1 0,-2 0 0,2 0 0,0 0 0,0 2 0,0 0 0,-1 1 0,1 1 0,1-2 0,-1 0 0,0 2 0,0-1 0,-4 0 0,-1 1 0,-1-1 0,1 0 0,3-1 0,0-1 0,0-1 0,1 0 0,-1 0 0,1 0 0,1 0 0,-2 0 0,2 0 0,-3 0 0,3 0 0,-1 0 0,-3 0 0,-1 0 0,-5 0 0,-3 0 0,0 0 0,-8 0 0,-6 0 0,-11 0 0,-13 0 0,-9 0 0,-14 0 0,-3 0 0,1 0 0,2 0 0,8 0 0,12 0 0,8 0 0,13 0 0,9 0 0,1 0 0,3 0 0,-2 0 0,1 0 0,1 0 0,1 0 0,4 0 0,-3 0 0,0 0 0,0 0 0,1 0 0,0 0 0,-5 0 0,-5 0 0,-2 0 0,-8 0 0,-18 4 0,-20 2-476,33-1 1,-3 0 475,-6 0 0,-1 1 0,-7 0 0,-1 0 0,0 0 0,0 0 0,-2 1 0,0 0-492,0 2 0,0 0 314,3-2 0,0 0 178,-3 1 0,0 1 0,4 0 0,1-1-303,5-2 0,1 1 303,7 0 0,3 1 0,-36 2 0,18-5 0,20 1 856,7-3-856,4 1 983,4-1-607,3-1 306,5-2-682,4 1 0,4-1 0,3 0 0,2 0 0,1 0 0,1 0 0,0 0 0,1 0 0,0 0 0,-3 0 0,3 0 0,-5 0 0,5 0 0,-2 0 0,1 0 0,0 0 0,0 0 0,1 0 0,0 0 0,1-5 0,1-1 0,1-2 0,-1 2 0,1 2 0,-7-2 0,4 2 0,-4-1 0,3 1 0,0 2 0,0-1 0,0 3 0,0-1 0,0 1 0,1 0 0,-1 0 0,1-1 0,0-1 0,0-5 0,2 2 0,1-1 0,0-3 0,4 2 0,0-4 0,2 0 0,0 1 0,0-1 0,0 1 0,0 0 0,0 0 0,0-3 0,0-1 0,1-2 0,6 0 0,6 0 0,11-2 0,6 0 0,1 1 0,0 2 0,-4 3 0,0 5 0,4 2 0,-2 5 0,0-1 0,-2 1 0,-4 0 0,3 0 0,0 0 0,-1 0 0,-2 0 0,-1 0 0,-2 0 0,-2 0 0,4 0 0,0 0 0,3 0 0,-2 0 0,0 0 0,0 0 0,0 0 0,3 0 0,1 0 0,-1 0 0,5 0 0,1 0 0,-1 0 0,0 0 0,-5 0 0,2 0 0,0 0 0,4 0 0,0 0 0,1 0 0,-2 0 0,-3 0 0,-1 0 0,-1-3 0,1 0 0,-1-4 0,1 1 0,-1-1 0,0-2 0,4 2 0,-1-1 0,2-1 0,1 1 0,-1-5 0,4-1 0,2-1 0,5 0 0,-3 2 0,3 1 0,-3 0 0,-1 3 0,5-2 0,-4 1 0,4 1 0,-6-1 0,0 4 0,-1-1 0,-4 1 0,-1 2 0,0-2 0,3 0 0,3-1 0,0-2 0,0-1 0,1 1 0,0-2 0,-1 0 0,1 3 0,4-3 0,-3 3 0,-1 3 0,-2-2 0,0 3 0,2-1 0,-2 2 0,-4 3 0,-2 0 0,6 0 0,6 0 0,0-3 0,1 0 0,0 0 0,1 0 0,10 2 0,2 1 0,7 0 0,0-1 0,0-3 0,-1-1 0,-7 0 0,-3 1 0,-9 4 0,-6 0 0,-4 0 0,-5 0 0,0 0 0,-4 0 0,-1 0 0,-4 0 0,0 0 0,-1 0 0,-2-2 0,1-1 0,-2 0 0,0 1 0,2 2 0,-2 0 0,-1 0 0,-2 0 0,-1 0 0,1 0 0,0 0 0,2 0 0,-3 0 0,0 0 0,-1 0 0,1 0 0,-1 0 0,0 0 0,0 0 0,0 0 0,-1 0 0,-3 9 0,-2-2 0,-2 7 0,-2-4 0,0 1 0,0-1 0,0 0 0,0 3 0,0 1 0,0 2 0,0-1 0,-2 0 0,-3 1 0,0-1 0,-3-1 0,0 1 0,2-1 0,-3 1 0,3-1 0,3-3 0,-2-2 0,2-2 0,0 3 0,0-3 0,3 5 0,0-1 0,3 1 0,1 0 0,3 0 0,2-3 0,-1-1 0,1 1 0,1 1 0,3 0 0,4 2 0,8 1 0,6 0 0,0 1 0,5 1 0,-3-1 0,-4-3 0,-2-1 0,-8-3 0,-4-3 0,-2 1 0,-4-2 0,-1-1 0,4 2 0,-6 0 0,0 5 0,-16 2 0,1-2 0,-10-4 0,5-4 0,-4 1 0,-2 1 0,-3 1 0,-3-1 0,-4-3 0,-2 0 0,-6 0 0,1 0 0,-1 0 0,1 0 0,6 0 0,5 0 0,7 0 0,4 0 0,-1 0 0,-1 0 0,2 0 0,0 0 0,4 0 0,0 0 0,1 0 0,0 2 0,1 1 0,1-1 0,-4 0 0,3-1 0,-5 2 0,5-1 0,-2 1 0,1-3 0,-3 0 0,-2 2 0,1 1 0,0-1 0,3 1 0,1-3 0,-4 0 0,0 0 0,0 0 0,2 0 0,1 2 0,-1 1 0,-4 0 0,-2 0 0,3-1 0,-3 1 0,3 0 0,-4-1 0,-2-2 0,1 3 0,-2-1 0,0 1 0,-6-1 0,-3 1 0,-6 1 0,1-1 0,4 0 0,0-1 0,0 1 0,-1 0 0,-4 0 0,-1-2 0,5 1 0,0 2 0,6-1 0,-1 0 0,2-3 0,2 1 0,2 1 0,0 2 0,-1 0 0,-2-2 0,-1-2 0,5 0 0,2 0 0,1 0 0,-1 0 0,-2 0 0,-1 0 0,3 0 0,0 0 0,0 0 0,0 0 0,0 0 0,0 0 0,-3 0 0,3 0 0,-3 0 0,1 0 0,-1 0 0,-1 0 0,-4 0 0,0 0 0,-5 0 0,-8 0 0,-2 0 0,-6 0 0,0 0 0,-1 0 0,0 0 0,5 0 0,5 0 0,7 0 0,8 0 0,5 0 0,6 3 0,3-1 0,1 2 0,0 1 0,0 1 0,1-3 0,-2 3 0,0-3 0,0 0 0,0-1 0,-3-2 0,-2 1 0,1-1 0,0 0 0,4 0 0,1 1 0,1 1 0,-1 0 0,0 0 0,-1-1 0,1 1 0,38 1 0,-10-1 0,31-1 0,-18-1 0,4 0 0,11 0 0,7-6 0,1-8 0,1-8 0,1-5 0,-5 3 0,-2 0 0,-1 7 0,-6 1 0,4 1 0,-5 7 0,-5 0 0,-6 4 0,-3 4 0,4 0 0,1 0 0,4 0 0,4 0 0,2 0 0,4 0 0,2 0 0,-1 0 0,1 0 0,0 0 0,-1 0 0,0 0 0,0 0 0,-2 0 0,-3 0 0,-6 0 0,-5 0 0,-4 0 0,-4 0 0,-1 0 0,-3 0 0,-3 0 0,0 0 0,-1 0 0,-1 0 0,2 0 0,-2 0 0,0 0 0,-1 0 0,-4 0 0,0 0 0,-2 0 0,1 0 0,4 0 0,-3 0 0,5 0 0,-5 0 0,0 0 0,0 0 0,0 0 0,1 0 0,-1 0 0,-1 0 0,-1 0 0,4 0 0,-3 0 0,3-2 0,-2 0 0,0-1 0,0 1 0,0-1 0,0 0 0,0 0 0,3 1 0,0 2 0,3 0 0,2 0 0,-1-2 0,3 0 0,-1-1 0,-1 1 0,1 2 0,-1-1 0,1 1 0,-4-2 0,-1-1 0,-4 0 0,1 1 0,-1 2 0,-1 0 0,0 0 0,-1-4 0,1 3 0,0-3 0,0 3 0,0 1 0,1-1 0,-2 1 0,-1 10 0,-8-1 0,-6 10 0,-9-3 0,-4-1 0,0-1 0,-2-1 0,0 0 0,-3 0 0,2 0 0,0-3 0,7-1 0,3-4 0,2-2 0,5 2 0,-2-3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7:19:54.873"/>
    </inkml:context>
    <inkml:brush xml:id="br0">
      <inkml:brushProperty name="width" value="0.35" units="cm"/>
      <inkml:brushProperty name="height" value="0.35" units="cm"/>
      <inkml:brushProperty name="color" value="#FAF8F5"/>
    </inkml:brush>
  </inkml:definitions>
  <inkml:trace contextRef="#ctx0" brushRef="#br0">1214 331 24575,'27'5'0,"-6"1"0,-14-4 0,0 3 0,2 2 0,-2-2 0,3 1 0,-3-1 0,0-1 0,4 1 0,-5-1 0,3 1 0,-3 1 0,0-1 0,3 1 0,0-2 0,0 2 0,1-1 0,-3 1 0,0-1 0,0 2 0,-1-2 0,-10-29 0,3 11 0,-10-23 0,8 20 0,0-4 0,0-5 0,3 1 0,-1 5 0,1 5 0,0 4 0,0 0 0,-2 1 0,-1 0 0,-4 3 0,-5 0 0,2 1 0,-4 2 0,0-2 0,0 1 0,-1-2 0,1 0 0,3 1 0,-3 0 0,2 0 0,0 0 0,-2-1 0,2-2 0,-1 1 0,1 0 0,4 0 0,-2 2 0,-3 2 0,-1-2 0,0 0 0,0 0 0,3-1 0,2 2 0,1-2 0,1 1 0,-1-3 0,-2 1 0,1 1 0,3-2 0,0 1 0,1 1 0,-2-2 0,1 1 0,-4 0 0,3 2 0,-3 2 0,1 0 0,-1 3 0,1 0 0,-5 0 0,0 0 0,-2 0 0,-2 0 0,-5 0 0,-5 0 0,-7 3 0,-1 3 0,-2 1 0,-4 3 0,3 0 0,-3 2 0,-1 3 0,-1 0 0,-10-2 0,3-2 0,1-1 0,3-2 0,9-1 0,5-1 0,6-4 0,5 1 0,2 0 0,1-2 0,3 0 0,4-1 0,0 0 0,2 0 0,-1 0 0,1 0 0,-1 0 0,1 0 0,1 0 0,-1 0 0,1 0 0,-4 0 0,4 0 0,-5-4 0,6-3 0,2-3 0,3-2 0,3 2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7:20:04.378"/>
    </inkml:context>
    <inkml:brush xml:id="br0">
      <inkml:brushProperty name="width" value="0.35" units="cm"/>
      <inkml:brushProperty name="height" value="0.35" units="cm"/>
      <inkml:brushProperty name="color" value="#FAF8F5"/>
    </inkml:brush>
  </inkml:definitions>
  <inkml:trace contextRef="#ctx0" brushRef="#br0">31 617 24575,'26'0'0,"-3"0"0,-13 0 0,4 0 0,0 0 0,4 0 0,3 0 0,2 0 0,4-2 0,4-1 0,6-1 0,5-2 0,4 2 0,2-4 0,6 1 0,1-2 0,2 1 0,-2 0 0,-5 0 0,-1 3 0,0 1 0,-1 4 0,-6 0 0,0-1 0,-1-2 0,-4-1 0,4-1 0,4 2 0,3 3 0,11 0 0,2 0 0,1 0 0,7-4 0,1 0 0,6-1 0,-5-3 0,0 3 0,-1 0 0,-5 2 0,-3-1 0,-9 0 0,-6-1 0,-5 2 0,-4 3 0,-6 0 0,0 0 0,1-3 0,4 0 0,0 0 0,1 0 0,4 2 0,1 1 0,5 0 0,-4 0 0,-1-1 0,-1 1 0,-4 0 0,3 0 0,-7 0 0,-6 0 0,-1 0 0,-4 0 0,2 0 0,4 0 0,2 0 0,1 0 0,4 0 0,-2 0 0,3 0 0,1 0 0,0 0 0,4 0 0,2 0 0,3 0 0,0 0 0,0 0 0,-5 0 0,-4 0 0,-2 0 0,-3 0 0,0 0 0,-1 0 0,-4-2 0,0-1 0,-2-1 0,1-1 0,-4 1 0,0 0 0,-1 1 0,-3 0 0,-1 0 0,-1 1 0,-3-1 0,0 3 0,0 0 0,-2 0 0,1 0 0,3-2 0,-1-1 0,0 0 0,2 0 0,-2 0 0,3 0 0,0 0 0,1-2 0,-1 1 0,1 0 0,2-2 0,1 3 0,0-1 0,-3 0 0,-1 1 0,1 0 0,1-1 0,2 3 0,-3-1 0,0-1 0,2 0 0,-1 1 0,-2 1 0,-3-1 0,-4-1 0,-1 1 0,0-1 0,0 1 0,0-1 0,0 0 0,-1 1 0,2 2 0,1-2 0,1 0 0,0-1 0,-2 1 0,0 1 0,-2-1 0,3-1 0,-6-2 0,1-2 0,-10-3 0,-3 2 0,-4-2 0,0 5 0,-4 2 0,0-1 0,-5 0 0,1-1 0,4 0 0,-3 3 0,4-2 0,-3 2 0,0-1 0,3-1 0,-3 1 0,1 0 0,0 0 0,1 2 0,-1-2 0,0 0 0,1-1 0,-4 2 0,4 1 0,-1 1 0,1 0 0,0 0 0,0 0 0,0 0 0,0 0 0,2 0 0,-4 0 0,-1 0 0,-1 0 0,-3 0 0,2 0 0,-3 0 0,0 2 0,2 2 0,-2 2 0,-1 0 0,4 0 0,-3 0 0,4-3 0,0-1 0,1-2 0,2 0 0,-1 0 0,0 0 0,-1 0 0,2 0 0,-3 0 0,3 0 0,-3 0 0,0 0 0,-1 0 0,1 0 0,2 0 0,-1 0 0,2 0 0,-3 0 0,0 0 0,3 0 0,0 0 0,2 0 0,-2 0 0,0 0 0,-3 0 0,-3 0 0,2 0 0,-3 0 0,3 0 0,0 0 0,-3 0 0,3 0 0,-3-3 0,3-1 0,1 1 0,-3 0 0,3 2 0,-1-2 0,1 1 0,-2-1 0,-8 2 0,-2 1 0,-6-3 0,-5-1 0,-2-1 0,-5 2 0,-6 2 0,-8 1 0,-7-4 0,-8-2 0,1 1 0,-6 1 0,-2 4 0,1 0 0,4 0 0,1 0 0,-2 0 0,-8 0-533,-3 0 533,-2 0 0,-1 0 0,4 0 0,3 0 0,12 0 0,3 0 0,7 0 0,7 0 0,2 0 0,8 0 0,1 0 0,0 0 0,7 0 533,7 0-533,2 0 0,2 0 0,-5 0 0,-3 0 0,5 0 0,2 0 0,3 0 0,-2 0 0,-4 0 0,0 0 0,2 0 0,5 0 0,0 0 0,0 0 0,3 0 0,-3 0 0,-1 2 0,2 1 0,-2 2 0,4 1 0,2-2 0,-2 2 0,4-2 0,3 0 0,1-1 0,4-3 0,0 1 0,1-1 0,0 2 0,0 0 0,0 1 0,1-1 0,0-2 0,0 0 0,0 2 0,-1 0 0,0 1 0,0-1 0,-1-2 0,-2 3 0,-2 1 0,1-1 0,4 0 0,37-16 0,-4 3 0,29-11 0,-12 5 0,9-3 0,-4 1 0,3-1 0,-9 7 0,-7 2 0,0 1 0,-5 2 0,1-2 0,-1 2 0,-1 0 0,1 0 0,0 2 0,-3 2 0,-1 2 0,-4 0 0,0 1 0,0 0 0,-1 0 0,0 0 0,0 0 0,3 0 0,-1 0 0,6-3 0,4 0 0,8-2 0,12 2 0,3 2 0,8 0 0,6 1 0,-2 0 0,4 0 0,0 0 0,2-1 0,5 1 0,-6 0 0,-2 0 0,-6 0 0,-2 0 0,-4 0 0,-8 0 0,-2 0 0,-5 0 0,2 0 0,-4 0 0,-1 0 0,-4 0 0,0 0 0,-2 0 0,-4 0 0,0 0 0,-1 0 0,-4 0 0,-1 0 0,-4 0 0,-4 0 0,0 0 0,-2-1 0,1-2 0,0 1 0,-2 0 0,3-1 0,3-1 0,1 0 0,3 1 0,1 0 0,1-1 0,3 1 0,5 0 0,1 3 0,0 0 0,-1-1 0,-1 1 0,-1 0 0,-1 0 0,2 0 0,1 0 0,4 0 0,6 0 0,1 0 0,-2 0 0,2 0 0,-3 0 0,-5 0 0,3 0 0,-3 0 0,-2 0 0,-4 0 0,-7 0 0,0 0 0,-3 0 0,-2 0 0,-1 0 0,-2 0 0,3 0 0,2 0 0,-3 0 0,2 0 0,-2 0 0,3 0 0,1 0 0,-1 0 0,0 0 0,-3 0 0,-1 0 0,-4 0 0,0 0 0,1 0 0,1 0 0,0 0 0,0 0 0,2 0 0,1 0 0,2 0 0,4 0 0,-2 0 0,3 0 0,0 0 0,1 0 0,4 0 0,-1 0 0,0-2 0,0-2 0,-1 0 0,-4 1 0,-2 3 0,-3 0 0,-1 0 0,3 0 0,-3 0 0,-1 0 0,-3 0 0,0 0 0,-1 0 0,1 0 0,-1 0 0,0 0 0,0 0 0,0 0 0,0 0 0,0 0 0,-1 0 0,4 0 0,-4 0 0,5 0 0,-5 0 0,2 0 0,-1 0 0,0 0 0,0 0 0,0 0 0,1 0 0,-1 3 0,0 1 0,0 4 0,-2 2 0,-1 0 0,0-2 0,-3 1 0,3 0 0,-3-1 0,0 2 0,-2 3 0,-1 1 0,-1 4 0,0-1 0,0-2 0,0 3 0,0-3 0,0 3 0,0 0 0,0 0 0,0 0 0,0 0 0,0-1 0,0-2 0,0 0 0,0 0 0,0 2 0,0 1 0,0 0 0,-2-2 0,0-1 0,-1-4 0,-2 3 0,1 1 0,-2-1 0,1 0 0,-1-3 0,1-1 0,0 0 0,-1-1 0,1-1 0,0 1 0,2-1 0,-2 1 0,0 1 0,-1-1 0,2 0 0,-1-2 0,-5 0 0,2-3 0,-4 2 0,4-4 0,-2 0 0,1 1 0,-5-1 0,0 1 0,-1-1 0,-2-2 0,-1 0 0,-1 0 0,-2 0 0,-2 0 0,-1 0 0,-4 0 0,0 0 0,1 0 0,0 0 0,1 0 0,-1 0 0,-4 0 0,2 0 0,1 0 0,1 0 0,3 0 0,-3 0 0,5 0 0,0 0 0,6 0 0,0 0 0,1 0 0,2 0 0,-3 0 0,1 0 0,0 0 0,1 0 0,2 0 0,1 0 0,-2 0 0,-2 0 0,0 0 0,1 0 0,0 3 0,-1 1 0,1-1 0,-3 3 0,4-3 0,-3 3 0,-3 0 0,0-1 0,-5 1 0,-2 1 0,-4 2 0,-2 2 0,-1-1 0,-3 1 0,-1 0 0,-6-2 0,-1 2 0,2-3 0,0-1 0,-1 4 0,-10 1 0,3 1 0,-3-1 0,-9-1 0,-10-1 0,-16 3-647,-8-3 647,45-4 0,1-1 0,-48 6 0,3-1 0,13 1 0,15-5 0,8-2 0,7-3 0,7-1 0,8 0 0,6 0 0,6 0 0,1 0 647,2 0-647,-4 0 0,-2 0 0,-4 0 0,1 0 0,4 0 0,-5 0 0,0 0 0,0 0 0,0 0 0,4 0 0,1 0 0,1 0 0,0 0 0,0 0 0,5 0 0,2 0 0,1 0 0,2 0 0,-4 0 0,2 0 0,-1 0 0,0 0 0,-1 0 0,3 0 0,-1 0 0,0 0 0,0 0 0,-2 0 0,1 0 0,2 0 0,-1 0 0,-1 0 0,0 0 0,-3 0 0,-5 0 0,-4 0 0,-5 0 0,-1 0 0,0 0 0,-5 0 0,3 0 0,-3-3 0,3-1 0,6-4 0,1 1 0,5 1 0,1-1 0,4 1 0,5 1 0,5 2 0,6-1 0,-1 2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7:20:10.773"/>
    </inkml:context>
    <inkml:brush xml:id="br0">
      <inkml:brushProperty name="width" value="0.35" units="cm"/>
      <inkml:brushProperty name="height" value="0.35" units="cm"/>
      <inkml:brushProperty name="color" value="#FAF8F5"/>
    </inkml:brush>
  </inkml:definitions>
  <inkml:trace contextRef="#ctx0" brushRef="#br0">101 104 24575,'56'-5'0,"13"2"0,11 3 0,12 0-492,-41 0 0,3 0 0,12 0 0,1 0 265,5 0 0,4 0 227,15 0 0,5 0 0,-28 0 0,1 0 0,0 0 0,26 0 0,-1 0-492,1 0 0,-2 0 270,-18 0 1,-5 0 221,-10 0 0,-3 0 0,-5 0 0,-2 0 888,37 0-888,1 0 0,4 0 0,-4 0 0,-2 0 0,-6 0 0,5-8-547,8-4 547,4-3 0,-46 7 0,0 1 0,44-4 0,-7 1 0,-11 5 983,-16 1-863,-8 0-120,-11 0 983,-4 0-201,-6 0-782,-3 4 0,-2 0 640,1 0-640,-1 0 0,-1 0 0,-2 0 0,-2 0 0,0 0 0,-2 0 0,2 0 0,0 3 0,0 3 0,3 4 0,-2 0 0,0-2 0,-2-2 0,5 0 0,4 0 0,5 2 0,2 0 0,1 0 0,0 0 0,-4-3 0,-2 2 0,-8-3 0,-1 2 0,-4 1 0,0-1 0,-1 1 0,0-1 0,-1 0 0,-2 0 0,1-1 0,-1-2 0,1 2 0,0-2 0,-2 2 0,-3 0 0,0 0 0,-1 0 0,-1 0 0,-4 2 0,-2 5 0,-3-1 0,1 3 0,-1-5 0,0-1 0,0 5 0,0-3 0,0 4 0,0-4 0,0 1 0,0-1 0,-2 0 0,-1 0 0,-2 1 0,-2-1 0,-1 0 0,-2 1 0,-1 2 0,-3 2 0,-1 0 0,1-2 0,2-4 0,3 0 0,0 0 0,-1 1 0,0 0 0,-1 0 0,1-2 0,0 0 0,-1-2 0,1-3 0,0-1 0,-1-1 0,-2-1 0,-2 0 0,1 0 0,0 0 0,3 0 0,-1 0 0,0 0 0,-3 0 0,0 0 0,-3 0 0,-2 0 0,0 0 0,-2 0 0,3 0 0,0 0 0,0 0 0,1 0 0,-4 0 0,2 0 0,-1 0 0,3 0 0,3 0 0,-3 0 0,1 0 0,-2 0 0,-3 0 0,0 2 0,-4 1 0,0 3 0,0 2 0,-5 3 0,-6 3 0,-6 1 0,-5 4 0,-7 3 0,-6 3 0,-8 2 0,-5-3 0,6-3 0,4-5 0,0-1 0,-1 1 0,-7 3 0,-3-4 0,2-1 0,2-3 0,5-5 0,2 2 0,0-3 0,11 1 0,2-2 0,11-3 0,1-1 0,2 0 0,6 0 0,3 0 0,6 0 0,-1 0 0,0 0 0,-3 0 0,0 0 0,-5 0 0,-1 0 0,0 0 0,-4 0 0,4 0 0,-1 0 0,-4-3 0,4-2 0,1 1 0,1 0 0,5 1 0,3 0 0,1-1 0,0 1 0,-4 3 0,-4 0 0,-2 0 0,-3-3 0,2 0 0,-4-2 0,-5 2 0,2 2 0,-3 0 0,0 1 0,4 0 0,-4 0 0,6 0 0,5 0 0,5 0 0,4 0 0,1 0 0,-1 0 0,-3 0 0,0 0 0,0 0 0,-5 0 0,-1 0 0,-1 0 0,2 0 0,3 0 0,1 0 0,0 0 0,1 0 0,0 0 0,4 0 0,3 0 0,4 0 0,0 0 0,-1 0 0,-2 0 0,-2 0 0,0-2 0,-2 0 0,0-1 0,2 1 0,-3 1 0,4-1 0,0-1 0,-3 0 0,0-2 0,-4 1 0,4 1 0,0-3 0,3 2 0,3-1 0,0 0 0,3 0 0,3-1 0,1-5 0,0-5 0,1-5 0,2-5 0,-1-4 0,2-2 0,-3-1 0,1-3 0,1 6 0,0 3 0,1 4 0,0 10 0,2 1 0,1 3 0,2 0 0,2-1 0,5 2 0,11 0 0,12 2 0,11-2 0,2 0 0,0 3 0,-1 1 0,1 4 0,0-1 0,-3 1 0,-6 0 0,-2 0 0,0 0 0,-3 0 0,5 0 0,-1 0 0,4 0 0,0 0 0,0 0 0,5 0 0,2 4 0,4 0 0,7 4 0,0 1 0,7 0 0,4 0 0,-4-3 0,-2 0 0,-7-2 0,-2 4 0,3 0 0,2-1 0,4-2 0,-3-4 0,1 0 0,3-1 0,-2 0 0,-1 0 0,-2 0 0,-6 0 0,-1 0 0,-1 0 0,-6 0 0,-6 0 0,-4 0 0,-1 0 0,2 0 0,0 0 0,-1 0 0,0 0 0,0 0 0,5 0 0,0 0 0,1 0 0,4 0 0,1 0 0,7 0 0,5 0 0,5 0 0,-5 0 0,-5 0 0,-7 0 0,-5 0 0,-1 0 0,1 0 0,-7 0 0,-1 0 0,-3 0 0,-2 0 0,2-3 0,-1 0 0,1-1 0,-1-2 0,0 3 0,0-4 0,-3 1 0,-1 0 0,0 0 0,1 3 0,3-2 0,0 1 0,0 0 0,-2 1 0,-2 2 0,-2 0 0,-5 1 0,3 0 0,-3 0 0,0 0 0,-2 0 0,-3 0 0,0 0 0,0-2 0,-1-1 0,0 0 0,-1 1 0,3 0 0,-3-1 0,3 1 0,-3-3 0,2 2 0,0 0 0,0 1 0,1 2 0,-1-3 0,-1 0 0,1 1 0,-1-1 0,0 3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7:28:18.767"/>
    </inkml:context>
    <inkml:brush xml:id="br0">
      <inkml:brushProperty name="width" value="0.035" units="cm"/>
      <inkml:brushProperty name="height" value="0.035" units="cm"/>
      <inkml:brushProperty name="color" value="#FAF8F5"/>
    </inkml:brush>
  </inkml:definitions>
  <inkml:trace contextRef="#ctx0" brushRef="#br0">1 0 24575,'0'0'0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4T07:28:30.481"/>
    </inkml:context>
    <inkml:brush xml:id="br0">
      <inkml:brushProperty name="width" value="0.35" units="cm"/>
      <inkml:brushProperty name="height" value="0.35" units="cm"/>
      <inkml:brushProperty name="color" value="#FAF8F5"/>
    </inkml:brush>
  </inkml:definitions>
  <inkml:trace contextRef="#ctx0" brushRef="#br0">1 621 24575,'35'0'0,"3"0"0,11 0 0,19 0 0,3 0 0,6 0 0,-1 0 0,1 0 0,17 0-984,-1 0 837,2 0 147,-2 0 0,-6-4 0,-2-1 370,-11 0-370,-9-2 187,-9 2-187,-7-3 0,-6 0 0,-1 3 574,-1-2-574,-3 3 0,0 0 0,-3 0 0,-2 2 0,0-1 0,-1 0 0,-4 0 0,0 2 0,-1 0 0,-1 1 0,-3 0 0,-1 0 0,1 0 0,0 0 0,8 0 0,1 0 0,4 0 0,-2 0 0,-2 0 0,4-3 0,1-1 0,8 0 0,2 0 0,1 1 0,1-2 0,-1 1 0,1 0 0,0 3 0,0 1 0,-1 0 0,-4 0 0,-2 0 0,-5-1 0,-5 1 0,-4-1 0,-6-2 0,-3 0 0,0 0 0,-1 1 0,1 0 0,-1-2 0,1 1 0,3-1 0,0 4 0,1-1 0,-1-2 0,1 0 0,-4-1 0,3 1 0,-4 3 0,0-3 0,-1 0 0,-2-1 0,1 1 0,-3 3 0,3-2 0,-2-1 0,4-1 0,3 1 0,1 3 0,4-1 0,0 1 0,0 0 0,5 0 0,2-3 0,4-1 0,-1 1 0,1 0 0,-3 3 0,-3 0 0,3 0 0,-1 0 0,6 0 0,-1 0 0,0 0 0,4 0 0,-3 0 0,3 0 0,-4 0 0,1 0 0,0 0 0,-6 0 0,-1 0 0,-10 0 0,0 0 0,-5-2 0,-1-1 0,-1 0 0,-2 1 0,-1 2 0,0-2 0,-2 0 0,1-1 0,-1 1 0,0-1 0,0 0 0,1 0 0,-1 1 0,0 2 0,0-1 0,-1 1 0,0 0 0,3 0 0,-3 0 0,4 0 0,-6 2 0,-3 11 0,-2-4 0,-2 9 0,0-10 0,0 1 0,0 0 0,0 1 0,0 0 0,0 0 0,0 0 0,0 0 0,0 1 0,0-1 0,0 0 0,0 4 0,0 0 0,0 1 0,0-2 0,0-3 0,0-1 0,0 4 0,0-4 0,0 4 0,0-2 0,0-1 0,0 0 0,0 0 0,0-1 0,0 1 0,0 0 0,0-1 0,0 0 0,0 4 0,0-4 0,0 4 0,-2-4 0,0-1 0,-2 1 0,-1 0 0,0-2 0,-5 3 0,2-5 0,-4 2 0,2-1 0,3-2 0,-1 1 0,-7 1 0,1 0 0,-8 1 0,4-1 0,-1-2 0,-2-1 0,2-1 0,-3 1 0,3 0 0,1-1 0,-2-2 0,1 0 0,-3 0 0,-1 0 0,-2 0 0,2 0 0,0 0 0,1 0 0,-1 0 0,0 0 0,1 0 0,3 0 0,1 0 0,0 0 0,3 0 0,1 0 0,2 0 0,0 0 0,-3 0 0,0 0 0,0 0 0,0 0 0,4 0 0,-3 0 0,-1 0 0,-3 0 0,0 0 0,-1 0 0,1 0 0,-1 0 0,-2 0 0,2 0 0,0 0 0,4 0 0,-1 0 0,-3 0 0,-3 0 0,0 0 0,0-2 0,0-2 0,-1 1 0,-3 0 0,-1 2 0,1 1 0,-1 0 0,1 0 0,-1 0 0,-4 0 0,-1 0 0,1-3 0,3-1 0,6 0 0,0 2 0,-1 2 0,-2 0 0,-1 0 0,-1 0 0,0 0 0,-4 0 0,-2 0 0,-4 0 0,-1 0 0,0 0 0,-4 0 0,-1 0 0,-4 0 0,0 0 0,1 0 0,-1 0 0,-6 0 0,-8 0 0,-7 0 0,-7 0 0,-1 3 0,-1 2 0,0 0 0,6-1 0,1-4 0,6 1 0,0-1 0,1 0 0,7 0 0,3 0 0,6 0 0,7 0 0,4 0 0,4 0 0,0 0 0,-3 0 0,2 0 0,-4 0 0,4 0 0,0 0 0,3 0 0,7 0 0,-1 0 0,4 0 0,-2 0 0,4 0 0,4 0 0,-3 0 0,3 0 0,-1 0 0,-1 0 0,3 0 0,-4 0 0,0 0 0,-2 1 0,-3 2 0,1-1 0,-2 1 0,-3 0 0,-1 0 0,4 1 0,1 1 0,0-1 0,-1 0 0,-2-1 0,4-3 0,2 2 0,1 0 0,2 1 0,-5 0 0,3-2 0,-1 0 0,1-1 0,5 0 0,1 0 0,2 0 0,0 0 0,-2 0 0,2-2 0,3-3 0,2-5 0,3 0 0,2-5 0,0 1 0,0-3 0,0-1 0,0 0 0,0-1 0,0 1 0,0-1 0,0 4 0,0-2 0,0 2 0,0 0 0,0 2 0,0 3 0,0 1 0,0 0 0,0 0 0,0 0 0,0 0 0,0-1 0,0 0 0,0 0 0,0-1 0,0-3 0,0 0 0,0-1 0,3 1 0,-1 0 0,3 0 0,3-4 0,-1 1 0,1 2 0,-1-1 0,0 0 0,-1-1 0,2 2 0,-2-3 0,0 3 0,-1 0 0,-2 1 0,1 3 0,-1 1 0,2 2 0,5 3 0,-2 3 0,4 2 0,-4 0 0,1 0 0,0 0 0,1 0 0,3 0 0,2 2 0,3 3 0,3 4 0,2 3 0,2 1 0,1 0 0,-3-2 0,3-2 0,5-3 0,6-3 0,8-2 0,2 0 0,7-1 0,13-4 0,4-5 0,13-9 0,1-11-718,3-1 718,-38 12 0,1 0 0,-4 1 0,1 2 0,2 1 0,0 1 0,42-13 0,-15 8 0,-10 1 0,-14 2 0,-6 3 0,1 1 0,2-1 0,-1 2 0,1-1 718,-5 2-718,-2 3 0,-4 0 0,-1 1 0,0 1 0,-4 1 0,-3 3 0,-7 0 0,-3 0 0,0 0 0,-1 0 0,0 0 0,-2 0 0,-2 0 0,2 0 0,1 0 0,-4 0 0,2 0 0,-1 0 0,-1 0 0,-1 0 0,-3 0 0,2 0 0,2 0 0,-1 0 0,3 0 0,-3 0 0,2 0 0,-1 0 0,-3 0 0,3 0 0,2 0 0,2 0 0,2 0 0,1 0 0,1 0 0,3 0 0,-3 0 0,-1 0 0,1 0 0,0 0 0,3-3 0,-4-1 0,-1 1 0,-4-2 0,-1 3 0,-1 0 0,-2-2 0,0 0 0,-2 1 0,0 1 0,-1 1 0,1-1 0,-1-1 0,0 0 0,0 1 0,-1 1 0,0 1 0,1 0 0,0 0 0,2 0 0,-1 0 0,-3 2 0,2 5 0,-3-1 0,2 4 0,-4-3 0,-2 1 0,-14 0 0,-3-3 0,-17-3 0,16-2 0,0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1697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customXml" Target="../ink/ink1.xml"/></Relationships>
</file>

<file path=ppt/slides/_rels/slide2.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customXml" Target="../ink/ink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customXml" Target="../ink/ink5.xml"/><Relationship Id="rId5" Type="http://schemas.openxmlformats.org/officeDocument/2006/relationships/image" Target="../media/image7.png"/><Relationship Id="rId4" Type="http://schemas.openxmlformats.org/officeDocument/2006/relationships/customXml" Target="../ink/ink4.xml"/></Relationships>
</file>

<file path=ppt/slides/_rels/slide4.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customXml" Target="../ink/ink7.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customXml" Target="../ink/ink8.xml"/><Relationship Id="rId7" Type="http://schemas.openxmlformats.org/officeDocument/2006/relationships/customXml" Target="../ink/ink10.xml"/><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customXml" Target="../ink/ink9.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customXml" Target="../ink/ink11.xml"/><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notesSlide" Target="../notesSlides/notesSlide6.xml"/><Relationship Id="rId16"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customXml" Target="../ink/ink12.xml"/><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4.png"/></Relationships>
</file>

<file path=ppt/slides/_rels/slide7.xml.rels><?xml version="1.0" encoding="UTF-8" standalone="yes"?>
<Relationships xmlns="http://schemas.openxmlformats.org/package/2006/relationships"><Relationship Id="rId8" Type="http://schemas.openxmlformats.org/officeDocument/2006/relationships/customXml" Target="../ink/ink13.xml"/><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9.png"/><Relationship Id="rId11" Type="http://schemas.openxmlformats.org/officeDocument/2006/relationships/image" Target="../media/image32.png"/><Relationship Id="rId5" Type="http://schemas.openxmlformats.org/officeDocument/2006/relationships/image" Target="../media/image28.png"/><Relationship Id="rId10" Type="http://schemas.openxmlformats.org/officeDocument/2006/relationships/customXml" Target="../ink/ink14.xml"/><Relationship Id="rId4" Type="http://schemas.openxmlformats.org/officeDocument/2006/relationships/image" Target="../media/image27.png"/><Relationship Id="rId9"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34.png"/></Relationships>
</file>

<file path=ppt/slides/_rels/slide9.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5.png"/><Relationship Id="rId7" Type="http://schemas.openxmlformats.org/officeDocument/2006/relationships/customXml" Target="../ink/ink15.xml"/><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0.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0.png"/><Relationship Id="rId7" Type="http://schemas.openxmlformats.org/officeDocument/2006/relationships/customXml" Target="../ink/ink16.xml"/><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1.xml.rels><?xml version="1.0" encoding="UTF-8" standalone="yes"?>
<Relationships xmlns="http://schemas.openxmlformats.org/package/2006/relationships"><Relationship Id="rId3" Type="http://schemas.openxmlformats.org/officeDocument/2006/relationships/customXml" Target="../ink/ink17.xml"/><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46.png"/><Relationship Id="rId5" Type="http://schemas.openxmlformats.org/officeDocument/2006/relationships/customXml" Target="../ink/ink18.xml"/><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rcRect l="2193" t="6628"/>
          <a:stretch>
            <a:fillRect/>
          </a:stretch>
        </p:blipFill>
        <p:spPr>
          <a:xfrm>
            <a:off x="8635674" y="375280"/>
            <a:ext cx="5622078" cy="1648344"/>
          </a:xfrm>
          <a:prstGeom prst="rect">
            <a:avLst/>
          </a:prstGeom>
        </p:spPr>
      </p:pic>
      <p:sp>
        <p:nvSpPr>
          <p:cNvPr id="4" name="Text 0"/>
          <p:cNvSpPr/>
          <p:nvPr/>
        </p:nvSpPr>
        <p:spPr>
          <a:xfrm>
            <a:off x="601147" y="4577715"/>
            <a:ext cx="13428107" cy="274796"/>
          </a:xfrm>
          <a:prstGeom prst="rect">
            <a:avLst/>
          </a:prstGeom>
          <a:noFill/>
          <a:ln/>
        </p:spPr>
        <p:txBody>
          <a:bodyPr wrap="none" lIns="0" tIns="0" rIns="0" bIns="0" rtlCol="0" anchor="t"/>
          <a:lstStyle/>
          <a:p>
            <a:pPr marL="0" indent="0" algn="l">
              <a:lnSpc>
                <a:spcPts val="2150"/>
              </a:lnSpc>
              <a:buNone/>
            </a:pPr>
            <a:endParaRPr lang="en-US" sz="1350" dirty="0"/>
          </a:p>
        </p:txBody>
      </p:sp>
      <p:sp>
        <p:nvSpPr>
          <p:cNvPr id="5" name="Text 1"/>
          <p:cNvSpPr/>
          <p:nvPr/>
        </p:nvSpPr>
        <p:spPr>
          <a:xfrm>
            <a:off x="372648" y="2586764"/>
            <a:ext cx="10299025" cy="536734"/>
          </a:xfrm>
          <a:prstGeom prst="rect">
            <a:avLst/>
          </a:prstGeom>
          <a:noFill/>
          <a:ln/>
        </p:spPr>
        <p:txBody>
          <a:bodyPr wrap="none" lIns="0" tIns="0" rIns="0" bIns="0" rtlCol="0" anchor="t"/>
          <a:lstStyle/>
          <a:p>
            <a:pPr marL="0" indent="0" algn="l">
              <a:lnSpc>
                <a:spcPts val="4200"/>
              </a:lnSpc>
              <a:buNone/>
            </a:pPr>
            <a:r>
              <a:rPr lang="en-US" sz="4000" b="1" dirty="0">
                <a:solidFill>
                  <a:srgbClr val="161613"/>
                </a:solidFill>
                <a:latin typeface="DM Sans Medium" pitchFamily="34" charset="0"/>
                <a:ea typeface="DM Sans Medium" pitchFamily="34" charset="-122"/>
                <a:cs typeface="DM Sans Medium" pitchFamily="34" charset="-120"/>
              </a:rPr>
              <a:t>Early Dyslexia Identification and Confident Reading</a:t>
            </a:r>
            <a:endParaRPr lang="en-US" sz="4000" b="1" dirty="0"/>
          </a:p>
        </p:txBody>
      </p:sp>
      <p:sp>
        <p:nvSpPr>
          <p:cNvPr id="6" name="Text 2"/>
          <p:cNvSpPr/>
          <p:nvPr/>
        </p:nvSpPr>
        <p:spPr>
          <a:xfrm>
            <a:off x="339810" y="3651885"/>
            <a:ext cx="13428107" cy="274796"/>
          </a:xfrm>
          <a:prstGeom prst="rect">
            <a:avLst/>
          </a:prstGeom>
          <a:noFill/>
          <a:ln/>
        </p:spPr>
        <p:txBody>
          <a:bodyPr wrap="none" lIns="0" tIns="0" rIns="0" bIns="0" rtlCol="0" anchor="t"/>
          <a:lstStyle/>
          <a:p>
            <a:pPr marL="0" indent="0" algn="l">
              <a:lnSpc>
                <a:spcPts val="2150"/>
              </a:lnSpc>
              <a:buNone/>
            </a:pPr>
            <a:r>
              <a:rPr lang="en-US" sz="1600" dirty="0">
                <a:solidFill>
                  <a:srgbClr val="161613"/>
                </a:solidFill>
                <a:latin typeface="Inter" pitchFamily="34" charset="0"/>
                <a:ea typeface="Inter" pitchFamily="34" charset="-122"/>
                <a:cs typeface="Inter" pitchFamily="34" charset="-120"/>
              </a:rPr>
              <a:t>A Capstone Project presented by:</a:t>
            </a:r>
            <a:endParaRPr lang="en-US" sz="1600" dirty="0"/>
          </a:p>
        </p:txBody>
      </p:sp>
      <p:sp>
        <p:nvSpPr>
          <p:cNvPr id="7" name="Text 3"/>
          <p:cNvSpPr/>
          <p:nvPr/>
        </p:nvSpPr>
        <p:spPr>
          <a:xfrm>
            <a:off x="381690" y="4255651"/>
            <a:ext cx="3464123" cy="322064"/>
          </a:xfrm>
          <a:prstGeom prst="rect">
            <a:avLst/>
          </a:prstGeom>
          <a:noFill/>
          <a:ln/>
        </p:spPr>
        <p:txBody>
          <a:bodyPr wrap="none" lIns="0" tIns="0" rIns="0" bIns="0" rtlCol="0" anchor="t"/>
          <a:lstStyle/>
          <a:p>
            <a:pPr marL="0" indent="0" algn="l">
              <a:lnSpc>
                <a:spcPts val="2500"/>
              </a:lnSpc>
              <a:buNone/>
            </a:pPr>
            <a:r>
              <a:rPr lang="en-US" sz="2000" dirty="0">
                <a:solidFill>
                  <a:srgbClr val="161613"/>
                </a:solidFill>
                <a:latin typeface="DM Sans Medium" pitchFamily="34" charset="0"/>
                <a:ea typeface="DM Sans Medium" pitchFamily="34" charset="-122"/>
                <a:cs typeface="DM Sans Medium" pitchFamily="34" charset="-120"/>
              </a:rPr>
              <a:t>Hrishi Bhalaria (2427030162)</a:t>
            </a:r>
            <a:endParaRPr lang="en-US" sz="2000" dirty="0"/>
          </a:p>
        </p:txBody>
      </p:sp>
      <p:sp>
        <p:nvSpPr>
          <p:cNvPr id="8" name="Text 4"/>
          <p:cNvSpPr/>
          <p:nvPr/>
        </p:nvSpPr>
        <p:spPr>
          <a:xfrm>
            <a:off x="381690" y="4985844"/>
            <a:ext cx="13428107" cy="274796"/>
          </a:xfrm>
          <a:prstGeom prst="rect">
            <a:avLst/>
          </a:prstGeom>
          <a:noFill/>
          <a:ln/>
        </p:spPr>
        <p:txBody>
          <a:bodyPr wrap="none" lIns="0" tIns="0" rIns="0" bIns="0" rtlCol="0" anchor="t"/>
          <a:lstStyle/>
          <a:p>
            <a:pPr marL="0" indent="0" algn="l">
              <a:lnSpc>
                <a:spcPts val="2150"/>
              </a:lnSpc>
              <a:buNone/>
            </a:pPr>
            <a:r>
              <a:rPr lang="en-US" sz="1350" dirty="0">
                <a:solidFill>
                  <a:srgbClr val="161613"/>
                </a:solidFill>
                <a:latin typeface="Inter" pitchFamily="34" charset="0"/>
                <a:ea typeface="Inter" pitchFamily="34" charset="-122"/>
                <a:cs typeface="Inter" pitchFamily="34" charset="-120"/>
              </a:rPr>
              <a:t>School of Computer Science and Engineering, Department of Computer Science and Engineering</a:t>
            </a:r>
            <a:endParaRPr lang="en-US" sz="1350" dirty="0"/>
          </a:p>
        </p:txBody>
      </p:sp>
      <p:sp>
        <p:nvSpPr>
          <p:cNvPr id="9" name="Text 5"/>
          <p:cNvSpPr/>
          <p:nvPr/>
        </p:nvSpPr>
        <p:spPr>
          <a:xfrm>
            <a:off x="381691" y="5658240"/>
            <a:ext cx="13428107" cy="274796"/>
          </a:xfrm>
          <a:prstGeom prst="rect">
            <a:avLst/>
          </a:prstGeom>
          <a:noFill/>
          <a:ln/>
        </p:spPr>
        <p:txBody>
          <a:bodyPr wrap="none" lIns="0" tIns="0" rIns="0" bIns="0" rtlCol="0" anchor="t"/>
          <a:lstStyle/>
          <a:p>
            <a:pPr marL="0" indent="0" algn="l">
              <a:lnSpc>
                <a:spcPts val="2150"/>
              </a:lnSpc>
              <a:buNone/>
            </a:pPr>
            <a:r>
              <a:rPr lang="en-US" sz="1350" dirty="0">
                <a:solidFill>
                  <a:srgbClr val="161613"/>
                </a:solidFill>
                <a:latin typeface="Inter" pitchFamily="34" charset="0"/>
                <a:ea typeface="Inter" pitchFamily="34" charset="-122"/>
                <a:cs typeface="Inter" pitchFamily="34" charset="-120"/>
              </a:rPr>
              <a:t>Supervised by: Prof Dr Neha Chaudhary</a:t>
            </a:r>
            <a:endParaRPr lang="en-US" sz="1350" dirty="0"/>
          </a:p>
        </p:txBody>
      </p:sp>
      <mc:AlternateContent xmlns:mc="http://schemas.openxmlformats.org/markup-compatibility/2006">
        <mc:Choice xmlns:p14="http://schemas.microsoft.com/office/powerpoint/2010/main" Requires="p14">
          <p:contentPart p14:bwMode="auto" r:id="rId4">
            <p14:nvContentPartPr>
              <p14:cNvPr id="10" name="Ink 9">
                <a:extLst>
                  <a:ext uri="{FF2B5EF4-FFF2-40B4-BE49-F238E27FC236}">
                    <a16:creationId xmlns:a16="http://schemas.microsoft.com/office/drawing/2014/main" id="{FF5AD84E-E023-BBFE-1C13-78756E9B06E5}"/>
                  </a:ext>
                </a:extLst>
              </p14:cNvPr>
              <p14:cNvContentPartPr/>
              <p14:nvPr/>
            </p14:nvContentPartPr>
            <p14:xfrm>
              <a:off x="12821352" y="7767240"/>
              <a:ext cx="1643760" cy="321840"/>
            </p14:xfrm>
          </p:contentPart>
        </mc:Choice>
        <mc:Fallback>
          <p:pic>
            <p:nvPicPr>
              <p:cNvPr id="10" name="Ink 9">
                <a:extLst>
                  <a:ext uri="{FF2B5EF4-FFF2-40B4-BE49-F238E27FC236}">
                    <a16:creationId xmlns:a16="http://schemas.microsoft.com/office/drawing/2014/main" id="{FF5AD84E-E023-BBFE-1C13-78756E9B06E5}"/>
                  </a:ext>
                </a:extLst>
              </p:cNvPr>
              <p:cNvPicPr/>
              <p:nvPr/>
            </p:nvPicPr>
            <p:blipFill>
              <a:blip r:embed="rId5"/>
              <a:stretch>
                <a:fillRect/>
              </a:stretch>
            </p:blipFill>
            <p:spPr>
              <a:xfrm>
                <a:off x="12758352" y="7704600"/>
                <a:ext cx="1769400" cy="447480"/>
              </a:xfrm>
              <a:prstGeom prst="rect">
                <a:avLst/>
              </a:prstGeom>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5313" y="468154"/>
            <a:ext cx="2280047" cy="265747"/>
          </a:xfrm>
          <a:prstGeom prst="rect">
            <a:avLst/>
          </a:prstGeom>
          <a:noFill/>
          <a:ln/>
        </p:spPr>
        <p:txBody>
          <a:bodyPr wrap="none" lIns="0" tIns="0" rIns="0" bIns="0" rtlCol="0" anchor="t"/>
          <a:lstStyle/>
          <a:p>
            <a:pPr marL="0" indent="0" algn="l">
              <a:lnSpc>
                <a:spcPts val="2050"/>
              </a:lnSpc>
              <a:buNone/>
            </a:pPr>
            <a:r>
              <a:rPr lang="en-US" sz="1650" dirty="0">
                <a:solidFill>
                  <a:srgbClr val="161613"/>
                </a:solidFill>
                <a:latin typeface="DM Sans Medium" pitchFamily="34" charset="0"/>
                <a:ea typeface="DM Sans Medium" pitchFamily="34" charset="-122"/>
                <a:cs typeface="DM Sans Medium" pitchFamily="34" charset="-120"/>
              </a:rPr>
              <a:t>Presentation Roadmap</a:t>
            </a:r>
            <a:endParaRPr lang="en-US" sz="1650" dirty="0"/>
          </a:p>
        </p:txBody>
      </p:sp>
      <p:sp>
        <p:nvSpPr>
          <p:cNvPr id="3" name="Text 1"/>
          <p:cNvSpPr/>
          <p:nvPr/>
        </p:nvSpPr>
        <p:spPr>
          <a:xfrm>
            <a:off x="595313" y="989052"/>
            <a:ext cx="5869067" cy="733544"/>
          </a:xfrm>
          <a:prstGeom prst="rect">
            <a:avLst/>
          </a:prstGeom>
          <a:noFill/>
          <a:ln/>
        </p:spPr>
        <p:txBody>
          <a:bodyPr wrap="none" lIns="0" tIns="0" rIns="0" bIns="0" rtlCol="0" anchor="t"/>
          <a:lstStyle/>
          <a:p>
            <a:pPr marL="0" indent="0" algn="l">
              <a:lnSpc>
                <a:spcPts val="5750"/>
              </a:lnSpc>
              <a:buNone/>
            </a:pPr>
            <a:r>
              <a:rPr lang="en-US" sz="4600" dirty="0">
                <a:solidFill>
                  <a:srgbClr val="161613"/>
                </a:solidFill>
                <a:latin typeface="DM Sans Medium" pitchFamily="34" charset="0"/>
                <a:ea typeface="DM Sans Medium" pitchFamily="34" charset="-122"/>
                <a:cs typeface="DM Sans Medium" pitchFamily="34" charset="-120"/>
              </a:rPr>
              <a:t>Our Journey Today</a:t>
            </a:r>
            <a:endParaRPr lang="en-US" sz="4600" dirty="0"/>
          </a:p>
        </p:txBody>
      </p:sp>
      <p:sp>
        <p:nvSpPr>
          <p:cNvPr id="4" name="Shape 2"/>
          <p:cNvSpPr/>
          <p:nvPr/>
        </p:nvSpPr>
        <p:spPr>
          <a:xfrm>
            <a:off x="595313" y="1977747"/>
            <a:ext cx="680442" cy="1020723"/>
          </a:xfrm>
          <a:prstGeom prst="roundRect">
            <a:avLst>
              <a:gd name="adj" fmla="val 360022"/>
            </a:avLst>
          </a:prstGeom>
          <a:solidFill>
            <a:srgbClr val="EDEBE3"/>
          </a:solidFill>
          <a:ln/>
        </p:spPr>
        <p:txBody>
          <a:bodyPr/>
          <a:lstStyle/>
          <a:p>
            <a:endParaRPr lang="en-US"/>
          </a:p>
        </p:txBody>
      </p:sp>
      <p:sp>
        <p:nvSpPr>
          <p:cNvPr id="5" name="Text 3"/>
          <p:cNvSpPr/>
          <p:nvPr/>
        </p:nvSpPr>
        <p:spPr>
          <a:xfrm>
            <a:off x="807958" y="2328624"/>
            <a:ext cx="255151" cy="318968"/>
          </a:xfrm>
          <a:prstGeom prst="rect">
            <a:avLst/>
          </a:prstGeom>
          <a:noFill/>
          <a:ln/>
        </p:spPr>
        <p:txBody>
          <a:bodyPr wrap="none" lIns="0" tIns="0" rIns="0" bIns="0" rtlCol="0" anchor="t"/>
          <a:lstStyle/>
          <a:p>
            <a:pPr marL="0" indent="0" algn="l">
              <a:lnSpc>
                <a:spcPts val="2000"/>
              </a:lnSpc>
              <a:buNone/>
            </a:pPr>
            <a:r>
              <a:rPr lang="en-US" sz="2000" dirty="0">
                <a:solidFill>
                  <a:srgbClr val="161613"/>
                </a:solidFill>
                <a:latin typeface="DM Sans Medium" pitchFamily="34" charset="0"/>
                <a:ea typeface="DM Sans Medium" pitchFamily="34" charset="-122"/>
                <a:cs typeface="DM Sans Medium" pitchFamily="34" charset="-120"/>
              </a:rPr>
              <a:t>1</a:t>
            </a:r>
            <a:endParaRPr lang="en-US" sz="2000" dirty="0"/>
          </a:p>
        </p:txBody>
      </p:sp>
      <p:sp>
        <p:nvSpPr>
          <p:cNvPr id="6" name="Text 4"/>
          <p:cNvSpPr/>
          <p:nvPr/>
        </p:nvSpPr>
        <p:spPr>
          <a:xfrm>
            <a:off x="1445776" y="2147768"/>
            <a:ext cx="2311718" cy="265747"/>
          </a:xfrm>
          <a:prstGeom prst="rect">
            <a:avLst/>
          </a:prstGeom>
          <a:noFill/>
          <a:ln/>
        </p:spPr>
        <p:txBody>
          <a:bodyPr wrap="none" lIns="0" tIns="0" rIns="0" bIns="0" rtlCol="0" anchor="t"/>
          <a:lstStyle/>
          <a:p>
            <a:pPr marL="0" indent="0" algn="l">
              <a:lnSpc>
                <a:spcPts val="2050"/>
              </a:lnSpc>
              <a:buNone/>
            </a:pPr>
            <a:r>
              <a:rPr lang="en-US" sz="1650" dirty="0">
                <a:solidFill>
                  <a:srgbClr val="161613"/>
                </a:solidFill>
                <a:latin typeface="DM Sans Medium" pitchFamily="34" charset="0"/>
                <a:ea typeface="DM Sans Medium" pitchFamily="34" charset="-122"/>
                <a:cs typeface="DM Sans Medium" pitchFamily="34" charset="-120"/>
              </a:rPr>
              <a:t>Introduction &amp; Context</a:t>
            </a:r>
            <a:endParaRPr lang="en-US" sz="1650" dirty="0"/>
          </a:p>
        </p:txBody>
      </p:sp>
      <p:sp>
        <p:nvSpPr>
          <p:cNvPr id="7" name="Text 5"/>
          <p:cNvSpPr/>
          <p:nvPr/>
        </p:nvSpPr>
        <p:spPr>
          <a:xfrm>
            <a:off x="1445776" y="2515553"/>
            <a:ext cx="12589312" cy="272177"/>
          </a:xfrm>
          <a:prstGeom prst="rect">
            <a:avLst/>
          </a:prstGeom>
          <a:noFill/>
          <a:ln/>
        </p:spPr>
        <p:txBody>
          <a:bodyPr wrap="none" lIns="0" tIns="0" rIns="0" bIns="0" rtlCol="0" anchor="t"/>
          <a:lstStyle/>
          <a:p>
            <a:pPr marL="0" indent="0" algn="l">
              <a:lnSpc>
                <a:spcPts val="2100"/>
              </a:lnSpc>
              <a:buNone/>
            </a:pPr>
            <a:r>
              <a:rPr lang="en-US" sz="1300" dirty="0">
                <a:solidFill>
                  <a:srgbClr val="161613"/>
                </a:solidFill>
                <a:latin typeface="Inter" pitchFamily="34" charset="0"/>
                <a:ea typeface="Inter" pitchFamily="34" charset="-122"/>
                <a:cs typeface="Inter" pitchFamily="34" charset="-120"/>
              </a:rPr>
              <a:t>Understanding the scale of dyslexia.</a:t>
            </a:r>
            <a:endParaRPr lang="en-US" sz="1300" dirty="0"/>
          </a:p>
        </p:txBody>
      </p:sp>
      <p:sp>
        <p:nvSpPr>
          <p:cNvPr id="8" name="Shape 6"/>
          <p:cNvSpPr/>
          <p:nvPr/>
        </p:nvSpPr>
        <p:spPr>
          <a:xfrm>
            <a:off x="595313" y="3168491"/>
            <a:ext cx="680442" cy="1020723"/>
          </a:xfrm>
          <a:prstGeom prst="roundRect">
            <a:avLst>
              <a:gd name="adj" fmla="val 360022"/>
            </a:avLst>
          </a:prstGeom>
          <a:solidFill>
            <a:srgbClr val="EDEBE3"/>
          </a:solidFill>
          <a:ln/>
        </p:spPr>
        <p:txBody>
          <a:bodyPr/>
          <a:lstStyle/>
          <a:p>
            <a:endParaRPr lang="en-US"/>
          </a:p>
        </p:txBody>
      </p:sp>
      <p:sp>
        <p:nvSpPr>
          <p:cNvPr id="9" name="Text 7"/>
          <p:cNvSpPr/>
          <p:nvPr/>
        </p:nvSpPr>
        <p:spPr>
          <a:xfrm>
            <a:off x="807958" y="3519368"/>
            <a:ext cx="255151" cy="318968"/>
          </a:xfrm>
          <a:prstGeom prst="rect">
            <a:avLst/>
          </a:prstGeom>
          <a:noFill/>
          <a:ln/>
        </p:spPr>
        <p:txBody>
          <a:bodyPr wrap="none" lIns="0" tIns="0" rIns="0" bIns="0" rtlCol="0" anchor="t"/>
          <a:lstStyle/>
          <a:p>
            <a:pPr marL="0" indent="0" algn="l">
              <a:lnSpc>
                <a:spcPts val="2000"/>
              </a:lnSpc>
              <a:buNone/>
            </a:pPr>
            <a:r>
              <a:rPr lang="en-US" sz="2000" dirty="0">
                <a:solidFill>
                  <a:srgbClr val="161613"/>
                </a:solidFill>
                <a:latin typeface="DM Sans Medium" pitchFamily="34" charset="0"/>
                <a:ea typeface="DM Sans Medium" pitchFamily="34" charset="-122"/>
                <a:cs typeface="DM Sans Medium" pitchFamily="34" charset="-120"/>
              </a:rPr>
              <a:t>2</a:t>
            </a:r>
            <a:endParaRPr lang="en-US" sz="2000" dirty="0"/>
          </a:p>
        </p:txBody>
      </p:sp>
      <p:sp>
        <p:nvSpPr>
          <p:cNvPr id="10" name="Text 8"/>
          <p:cNvSpPr/>
          <p:nvPr/>
        </p:nvSpPr>
        <p:spPr>
          <a:xfrm>
            <a:off x="1445776" y="3338513"/>
            <a:ext cx="2126456" cy="265747"/>
          </a:xfrm>
          <a:prstGeom prst="rect">
            <a:avLst/>
          </a:prstGeom>
          <a:noFill/>
          <a:ln/>
        </p:spPr>
        <p:txBody>
          <a:bodyPr wrap="none" lIns="0" tIns="0" rIns="0" bIns="0" rtlCol="0" anchor="t"/>
          <a:lstStyle/>
          <a:p>
            <a:pPr marL="0" indent="0" algn="l">
              <a:lnSpc>
                <a:spcPts val="2050"/>
              </a:lnSpc>
              <a:buNone/>
            </a:pPr>
            <a:r>
              <a:rPr lang="en-US" sz="1650" dirty="0">
                <a:solidFill>
                  <a:srgbClr val="161613"/>
                </a:solidFill>
                <a:latin typeface="DM Sans Medium" pitchFamily="34" charset="0"/>
                <a:ea typeface="DM Sans Medium" pitchFamily="34" charset="-122"/>
                <a:cs typeface="DM Sans Medium" pitchFamily="34" charset="-120"/>
              </a:rPr>
              <a:t>Literature Review</a:t>
            </a:r>
            <a:endParaRPr lang="en-US" sz="1650" dirty="0"/>
          </a:p>
        </p:txBody>
      </p:sp>
      <p:sp>
        <p:nvSpPr>
          <p:cNvPr id="11" name="Text 9"/>
          <p:cNvSpPr/>
          <p:nvPr/>
        </p:nvSpPr>
        <p:spPr>
          <a:xfrm>
            <a:off x="1445776" y="3706297"/>
            <a:ext cx="12589312" cy="272177"/>
          </a:xfrm>
          <a:prstGeom prst="rect">
            <a:avLst/>
          </a:prstGeom>
          <a:noFill/>
          <a:ln/>
        </p:spPr>
        <p:txBody>
          <a:bodyPr wrap="none" lIns="0" tIns="0" rIns="0" bIns="0" rtlCol="0" anchor="t"/>
          <a:lstStyle/>
          <a:p>
            <a:pPr marL="0" indent="0" algn="l">
              <a:lnSpc>
                <a:spcPts val="2100"/>
              </a:lnSpc>
              <a:buNone/>
            </a:pPr>
            <a:r>
              <a:rPr lang="en-US" sz="1300" dirty="0">
                <a:solidFill>
                  <a:srgbClr val="161613"/>
                </a:solidFill>
                <a:latin typeface="Inter" pitchFamily="34" charset="0"/>
                <a:ea typeface="Inter" pitchFamily="34" charset="-122"/>
                <a:cs typeface="Inter" pitchFamily="34" charset="-120"/>
              </a:rPr>
              <a:t>Gaps in current screening and intervention.</a:t>
            </a:r>
            <a:endParaRPr lang="en-US" sz="1300" dirty="0"/>
          </a:p>
        </p:txBody>
      </p:sp>
      <p:sp>
        <p:nvSpPr>
          <p:cNvPr id="12" name="Shape 10"/>
          <p:cNvSpPr/>
          <p:nvPr/>
        </p:nvSpPr>
        <p:spPr>
          <a:xfrm>
            <a:off x="595313" y="4359235"/>
            <a:ext cx="680442" cy="1020723"/>
          </a:xfrm>
          <a:prstGeom prst="roundRect">
            <a:avLst>
              <a:gd name="adj" fmla="val 360022"/>
            </a:avLst>
          </a:prstGeom>
          <a:solidFill>
            <a:srgbClr val="EDEBE3"/>
          </a:solidFill>
          <a:ln/>
        </p:spPr>
        <p:txBody>
          <a:bodyPr/>
          <a:lstStyle/>
          <a:p>
            <a:endParaRPr lang="en-US"/>
          </a:p>
        </p:txBody>
      </p:sp>
      <p:sp>
        <p:nvSpPr>
          <p:cNvPr id="13" name="Text 11"/>
          <p:cNvSpPr/>
          <p:nvPr/>
        </p:nvSpPr>
        <p:spPr>
          <a:xfrm>
            <a:off x="807958" y="4710113"/>
            <a:ext cx="255151" cy="318968"/>
          </a:xfrm>
          <a:prstGeom prst="rect">
            <a:avLst/>
          </a:prstGeom>
          <a:noFill/>
          <a:ln/>
        </p:spPr>
        <p:txBody>
          <a:bodyPr wrap="none" lIns="0" tIns="0" rIns="0" bIns="0" rtlCol="0" anchor="t"/>
          <a:lstStyle/>
          <a:p>
            <a:pPr marL="0" indent="0" algn="l">
              <a:lnSpc>
                <a:spcPts val="2000"/>
              </a:lnSpc>
              <a:buNone/>
            </a:pPr>
            <a:r>
              <a:rPr lang="en-US" sz="2000" dirty="0">
                <a:solidFill>
                  <a:srgbClr val="161613"/>
                </a:solidFill>
                <a:latin typeface="DM Sans Medium" pitchFamily="34" charset="0"/>
                <a:ea typeface="DM Sans Medium" pitchFamily="34" charset="-122"/>
                <a:cs typeface="DM Sans Medium" pitchFamily="34" charset="-120"/>
              </a:rPr>
              <a:t>3</a:t>
            </a:r>
            <a:endParaRPr lang="en-US" sz="2000" dirty="0"/>
          </a:p>
        </p:txBody>
      </p:sp>
      <p:sp>
        <p:nvSpPr>
          <p:cNvPr id="14" name="Text 12"/>
          <p:cNvSpPr/>
          <p:nvPr/>
        </p:nvSpPr>
        <p:spPr>
          <a:xfrm>
            <a:off x="1445776" y="4529257"/>
            <a:ext cx="2126456" cy="265747"/>
          </a:xfrm>
          <a:prstGeom prst="rect">
            <a:avLst/>
          </a:prstGeom>
          <a:noFill/>
          <a:ln/>
        </p:spPr>
        <p:txBody>
          <a:bodyPr wrap="none" lIns="0" tIns="0" rIns="0" bIns="0" rtlCol="0" anchor="t"/>
          <a:lstStyle/>
          <a:p>
            <a:pPr marL="0" indent="0" algn="l">
              <a:lnSpc>
                <a:spcPts val="2050"/>
              </a:lnSpc>
              <a:buNone/>
            </a:pPr>
            <a:r>
              <a:rPr lang="en-US" sz="1650" dirty="0">
                <a:solidFill>
                  <a:srgbClr val="161613"/>
                </a:solidFill>
                <a:latin typeface="DM Sans Medium" pitchFamily="34" charset="0"/>
                <a:ea typeface="DM Sans Medium" pitchFamily="34" charset="-122"/>
                <a:cs typeface="DM Sans Medium" pitchFamily="34" charset="-120"/>
              </a:rPr>
              <a:t>Problem Statement</a:t>
            </a:r>
            <a:endParaRPr lang="en-US" sz="1650" dirty="0"/>
          </a:p>
        </p:txBody>
      </p:sp>
      <p:sp>
        <p:nvSpPr>
          <p:cNvPr id="15" name="Text 13"/>
          <p:cNvSpPr/>
          <p:nvPr/>
        </p:nvSpPr>
        <p:spPr>
          <a:xfrm>
            <a:off x="1445776" y="4897041"/>
            <a:ext cx="12589312" cy="272177"/>
          </a:xfrm>
          <a:prstGeom prst="rect">
            <a:avLst/>
          </a:prstGeom>
          <a:noFill/>
          <a:ln/>
        </p:spPr>
        <p:txBody>
          <a:bodyPr wrap="none" lIns="0" tIns="0" rIns="0" bIns="0" rtlCol="0" anchor="t"/>
          <a:lstStyle/>
          <a:p>
            <a:pPr marL="0" indent="0" algn="l">
              <a:lnSpc>
                <a:spcPts val="2100"/>
              </a:lnSpc>
              <a:buNone/>
            </a:pPr>
            <a:r>
              <a:rPr lang="en-US" sz="1300" dirty="0">
                <a:solidFill>
                  <a:srgbClr val="161613"/>
                </a:solidFill>
                <a:latin typeface="Inter" pitchFamily="34" charset="0"/>
                <a:ea typeface="Inter" pitchFamily="34" charset="-122"/>
                <a:cs typeface="Inter" pitchFamily="34" charset="-120"/>
              </a:rPr>
              <a:t>The challenge of accessible, ongoing support.</a:t>
            </a:r>
            <a:endParaRPr lang="en-US" sz="1300" dirty="0"/>
          </a:p>
        </p:txBody>
      </p:sp>
      <p:sp>
        <p:nvSpPr>
          <p:cNvPr id="16" name="Shape 14"/>
          <p:cNvSpPr/>
          <p:nvPr/>
        </p:nvSpPr>
        <p:spPr>
          <a:xfrm>
            <a:off x="595313" y="5549979"/>
            <a:ext cx="680442" cy="1020723"/>
          </a:xfrm>
          <a:prstGeom prst="roundRect">
            <a:avLst>
              <a:gd name="adj" fmla="val 360022"/>
            </a:avLst>
          </a:prstGeom>
          <a:solidFill>
            <a:srgbClr val="EDEBE3"/>
          </a:solidFill>
          <a:ln/>
        </p:spPr>
        <p:txBody>
          <a:bodyPr/>
          <a:lstStyle/>
          <a:p>
            <a:endParaRPr lang="en-US"/>
          </a:p>
        </p:txBody>
      </p:sp>
      <p:sp>
        <p:nvSpPr>
          <p:cNvPr id="17" name="Text 15"/>
          <p:cNvSpPr/>
          <p:nvPr/>
        </p:nvSpPr>
        <p:spPr>
          <a:xfrm>
            <a:off x="807958" y="5900857"/>
            <a:ext cx="255151" cy="318968"/>
          </a:xfrm>
          <a:prstGeom prst="rect">
            <a:avLst/>
          </a:prstGeom>
          <a:noFill/>
          <a:ln/>
        </p:spPr>
        <p:txBody>
          <a:bodyPr wrap="none" lIns="0" tIns="0" rIns="0" bIns="0" rtlCol="0" anchor="t"/>
          <a:lstStyle/>
          <a:p>
            <a:pPr marL="0" indent="0" algn="l">
              <a:lnSpc>
                <a:spcPts val="2000"/>
              </a:lnSpc>
              <a:buNone/>
            </a:pPr>
            <a:r>
              <a:rPr lang="en-US" sz="2000" dirty="0">
                <a:solidFill>
                  <a:srgbClr val="161613"/>
                </a:solidFill>
                <a:latin typeface="DM Sans Medium" pitchFamily="34" charset="0"/>
                <a:ea typeface="DM Sans Medium" pitchFamily="34" charset="-122"/>
                <a:cs typeface="DM Sans Medium" pitchFamily="34" charset="-120"/>
              </a:rPr>
              <a:t>4</a:t>
            </a:r>
            <a:endParaRPr lang="en-US" sz="2000" dirty="0"/>
          </a:p>
        </p:txBody>
      </p:sp>
      <p:sp>
        <p:nvSpPr>
          <p:cNvPr id="18" name="Text 16"/>
          <p:cNvSpPr/>
          <p:nvPr/>
        </p:nvSpPr>
        <p:spPr>
          <a:xfrm>
            <a:off x="1445776" y="5720001"/>
            <a:ext cx="2970133" cy="265747"/>
          </a:xfrm>
          <a:prstGeom prst="rect">
            <a:avLst/>
          </a:prstGeom>
          <a:noFill/>
          <a:ln/>
        </p:spPr>
        <p:txBody>
          <a:bodyPr wrap="none" lIns="0" tIns="0" rIns="0" bIns="0" rtlCol="0" anchor="t"/>
          <a:lstStyle/>
          <a:p>
            <a:pPr marL="0" indent="0" algn="l">
              <a:lnSpc>
                <a:spcPts val="2050"/>
              </a:lnSpc>
              <a:buNone/>
            </a:pPr>
            <a:r>
              <a:rPr lang="en-US" sz="1650" dirty="0">
                <a:solidFill>
                  <a:srgbClr val="161613"/>
                </a:solidFill>
                <a:latin typeface="DM Sans Medium" pitchFamily="34" charset="0"/>
                <a:ea typeface="DM Sans Medium" pitchFamily="34" charset="-122"/>
                <a:cs typeface="DM Sans Medium" pitchFamily="34" charset="-120"/>
              </a:rPr>
              <a:t>Proposed Solution &amp; Features</a:t>
            </a:r>
            <a:endParaRPr lang="en-US" sz="1650" dirty="0"/>
          </a:p>
        </p:txBody>
      </p:sp>
      <p:sp>
        <p:nvSpPr>
          <p:cNvPr id="19" name="Text 17"/>
          <p:cNvSpPr/>
          <p:nvPr/>
        </p:nvSpPr>
        <p:spPr>
          <a:xfrm>
            <a:off x="1445776" y="6087785"/>
            <a:ext cx="12589312" cy="272177"/>
          </a:xfrm>
          <a:prstGeom prst="rect">
            <a:avLst/>
          </a:prstGeom>
          <a:noFill/>
          <a:ln/>
        </p:spPr>
        <p:txBody>
          <a:bodyPr wrap="none" lIns="0" tIns="0" rIns="0" bIns="0" rtlCol="0" anchor="t"/>
          <a:lstStyle/>
          <a:p>
            <a:pPr marL="0" indent="0" algn="l">
              <a:lnSpc>
                <a:spcPts val="2100"/>
              </a:lnSpc>
              <a:buNone/>
            </a:pPr>
            <a:r>
              <a:rPr lang="en-US" sz="1300" dirty="0">
                <a:solidFill>
                  <a:srgbClr val="161613"/>
                </a:solidFill>
                <a:latin typeface="Inter" pitchFamily="34" charset="0"/>
                <a:ea typeface="Inter" pitchFamily="34" charset="-122"/>
                <a:cs typeface="Inter" pitchFamily="34" charset="-120"/>
              </a:rPr>
              <a:t>Introducing the ReadBright app objectives.</a:t>
            </a:r>
            <a:endParaRPr lang="en-US" sz="1300" dirty="0"/>
          </a:p>
        </p:txBody>
      </p:sp>
      <p:sp>
        <p:nvSpPr>
          <p:cNvPr id="20" name="Shape 18"/>
          <p:cNvSpPr/>
          <p:nvPr/>
        </p:nvSpPr>
        <p:spPr>
          <a:xfrm>
            <a:off x="595313" y="6740723"/>
            <a:ext cx="680442" cy="1020723"/>
          </a:xfrm>
          <a:prstGeom prst="roundRect">
            <a:avLst>
              <a:gd name="adj" fmla="val 360022"/>
            </a:avLst>
          </a:prstGeom>
          <a:solidFill>
            <a:srgbClr val="EDEBE3"/>
          </a:solidFill>
          <a:ln/>
        </p:spPr>
        <p:txBody>
          <a:bodyPr/>
          <a:lstStyle/>
          <a:p>
            <a:endParaRPr lang="en-US"/>
          </a:p>
        </p:txBody>
      </p:sp>
      <p:sp>
        <p:nvSpPr>
          <p:cNvPr id="21" name="Text 19"/>
          <p:cNvSpPr/>
          <p:nvPr/>
        </p:nvSpPr>
        <p:spPr>
          <a:xfrm>
            <a:off x="807958" y="7091601"/>
            <a:ext cx="255151" cy="318968"/>
          </a:xfrm>
          <a:prstGeom prst="rect">
            <a:avLst/>
          </a:prstGeom>
          <a:noFill/>
          <a:ln/>
        </p:spPr>
        <p:txBody>
          <a:bodyPr wrap="none" lIns="0" tIns="0" rIns="0" bIns="0" rtlCol="0" anchor="t"/>
          <a:lstStyle/>
          <a:p>
            <a:pPr marL="0" indent="0" algn="l">
              <a:lnSpc>
                <a:spcPts val="2000"/>
              </a:lnSpc>
              <a:buNone/>
            </a:pPr>
            <a:r>
              <a:rPr lang="en-US" sz="2000" dirty="0">
                <a:solidFill>
                  <a:srgbClr val="161613"/>
                </a:solidFill>
                <a:latin typeface="DM Sans Medium" pitchFamily="34" charset="0"/>
                <a:ea typeface="DM Sans Medium" pitchFamily="34" charset="-122"/>
                <a:cs typeface="DM Sans Medium" pitchFamily="34" charset="-120"/>
              </a:rPr>
              <a:t>5</a:t>
            </a:r>
            <a:endParaRPr lang="en-US" sz="2000" dirty="0"/>
          </a:p>
        </p:txBody>
      </p:sp>
      <p:sp>
        <p:nvSpPr>
          <p:cNvPr id="22" name="Text 20"/>
          <p:cNvSpPr/>
          <p:nvPr/>
        </p:nvSpPr>
        <p:spPr>
          <a:xfrm>
            <a:off x="1445776" y="6910745"/>
            <a:ext cx="2405658" cy="265747"/>
          </a:xfrm>
          <a:prstGeom prst="rect">
            <a:avLst/>
          </a:prstGeom>
          <a:noFill/>
          <a:ln/>
        </p:spPr>
        <p:txBody>
          <a:bodyPr wrap="none" lIns="0" tIns="0" rIns="0" bIns="0" rtlCol="0" anchor="t"/>
          <a:lstStyle/>
          <a:p>
            <a:pPr marL="0" indent="0" algn="l">
              <a:lnSpc>
                <a:spcPts val="2050"/>
              </a:lnSpc>
              <a:buNone/>
            </a:pPr>
            <a:r>
              <a:rPr lang="en-US" sz="1650" dirty="0">
                <a:solidFill>
                  <a:srgbClr val="161613"/>
                </a:solidFill>
                <a:latin typeface="DM Sans Medium" pitchFamily="34" charset="0"/>
                <a:ea typeface="DM Sans Medium" pitchFamily="34" charset="-122"/>
                <a:cs typeface="DM Sans Medium" pitchFamily="34" charset="-120"/>
              </a:rPr>
              <a:t>Validation &amp; Technology</a:t>
            </a:r>
            <a:endParaRPr lang="en-US" sz="1650" dirty="0"/>
          </a:p>
        </p:txBody>
      </p:sp>
      <p:sp>
        <p:nvSpPr>
          <p:cNvPr id="23" name="Text 21"/>
          <p:cNvSpPr/>
          <p:nvPr/>
        </p:nvSpPr>
        <p:spPr>
          <a:xfrm>
            <a:off x="1445776" y="7278529"/>
            <a:ext cx="12589312" cy="272177"/>
          </a:xfrm>
          <a:prstGeom prst="rect">
            <a:avLst/>
          </a:prstGeom>
          <a:noFill/>
          <a:ln/>
        </p:spPr>
        <p:txBody>
          <a:bodyPr wrap="none" lIns="0" tIns="0" rIns="0" bIns="0" rtlCol="0" anchor="t"/>
          <a:lstStyle/>
          <a:p>
            <a:pPr marL="0" indent="0" algn="l">
              <a:lnSpc>
                <a:spcPts val="2100"/>
              </a:lnSpc>
              <a:buNone/>
            </a:pPr>
            <a:r>
              <a:rPr lang="en-US" sz="1300" dirty="0">
                <a:solidFill>
                  <a:srgbClr val="161613"/>
                </a:solidFill>
                <a:latin typeface="Inter" pitchFamily="34" charset="0"/>
                <a:ea typeface="Inter" pitchFamily="34" charset="-122"/>
                <a:cs typeface="Inter" pitchFamily="34" charset="-120"/>
              </a:rPr>
              <a:t>Testing methods and tech stack.</a:t>
            </a:r>
            <a:endParaRPr lang="en-US" sz="1300" dirty="0"/>
          </a:p>
        </p:txBody>
      </p:sp>
      <p:grpSp>
        <p:nvGrpSpPr>
          <p:cNvPr id="27" name="Group 26">
            <a:extLst>
              <a:ext uri="{FF2B5EF4-FFF2-40B4-BE49-F238E27FC236}">
                <a16:creationId xmlns:a16="http://schemas.microsoft.com/office/drawing/2014/main" id="{1410FEC6-BFD5-241A-679D-74DB590DCD50}"/>
              </a:ext>
            </a:extLst>
          </p:cNvPr>
          <p:cNvGrpSpPr/>
          <p:nvPr/>
        </p:nvGrpSpPr>
        <p:grpSpPr>
          <a:xfrm>
            <a:off x="2730192" y="4854480"/>
            <a:ext cx="11739600" cy="3284280"/>
            <a:chOff x="2730192" y="4854480"/>
            <a:chExt cx="11739600" cy="3284280"/>
          </a:xfrm>
        </p:grpSpPr>
        <mc:AlternateContent xmlns:mc="http://schemas.openxmlformats.org/markup-compatibility/2006">
          <mc:Choice xmlns:p14="http://schemas.microsoft.com/office/powerpoint/2010/main" Requires="p14">
            <p:contentPart p14:bwMode="auto" r:id="rId3">
              <p14:nvContentPartPr>
                <p14:cNvPr id="24" name="Ink 23">
                  <a:extLst>
                    <a:ext uri="{FF2B5EF4-FFF2-40B4-BE49-F238E27FC236}">
                      <a16:creationId xmlns:a16="http://schemas.microsoft.com/office/drawing/2014/main" id="{CA7D8509-AA07-7A8B-A8C6-930CB8B44E3C}"/>
                    </a:ext>
                  </a:extLst>
                </p14:cNvPr>
                <p14:cNvContentPartPr/>
                <p14:nvPr/>
              </p14:nvContentPartPr>
              <p14:xfrm>
                <a:off x="12821352" y="7645200"/>
                <a:ext cx="1648440" cy="493560"/>
              </p14:xfrm>
            </p:contentPart>
          </mc:Choice>
          <mc:Fallback>
            <p:pic>
              <p:nvPicPr>
                <p:cNvPr id="24" name="Ink 23">
                  <a:extLst>
                    <a:ext uri="{FF2B5EF4-FFF2-40B4-BE49-F238E27FC236}">
                      <a16:creationId xmlns:a16="http://schemas.microsoft.com/office/drawing/2014/main" id="{CA7D8509-AA07-7A8B-A8C6-930CB8B44E3C}"/>
                    </a:ext>
                  </a:extLst>
                </p:cNvPr>
                <p:cNvPicPr/>
                <p:nvPr/>
              </p:nvPicPr>
              <p:blipFill>
                <a:blip r:embed="rId4"/>
                <a:stretch>
                  <a:fillRect/>
                </a:stretch>
              </p:blipFill>
              <p:spPr>
                <a:xfrm>
                  <a:off x="12758352" y="7582560"/>
                  <a:ext cx="1774080" cy="6192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25" name="Ink 24">
                  <a:extLst>
                    <a:ext uri="{FF2B5EF4-FFF2-40B4-BE49-F238E27FC236}">
                      <a16:creationId xmlns:a16="http://schemas.microsoft.com/office/drawing/2014/main" id="{06B82F93-CBDB-A912-9AD8-04C53F6DB71B}"/>
                    </a:ext>
                  </a:extLst>
                </p14:cNvPr>
                <p14:cNvContentPartPr/>
                <p14:nvPr/>
              </p14:nvContentPartPr>
              <p14:xfrm>
                <a:off x="2730192" y="4854480"/>
                <a:ext cx="11073600" cy="3021120"/>
              </p14:xfrm>
            </p:contentPart>
          </mc:Choice>
          <mc:Fallback>
            <p:pic>
              <p:nvPicPr>
                <p:cNvPr id="25" name="Ink 24">
                  <a:extLst>
                    <a:ext uri="{FF2B5EF4-FFF2-40B4-BE49-F238E27FC236}">
                      <a16:creationId xmlns:a16="http://schemas.microsoft.com/office/drawing/2014/main" id="{06B82F93-CBDB-A912-9AD8-04C53F6DB71B}"/>
                    </a:ext>
                  </a:extLst>
                </p:cNvPr>
                <p:cNvPicPr/>
                <p:nvPr/>
              </p:nvPicPr>
              <p:blipFill>
                <a:blip r:embed="rId6"/>
                <a:stretch>
                  <a:fillRect/>
                </a:stretch>
              </p:blipFill>
              <p:spPr>
                <a:xfrm>
                  <a:off x="2667552" y="4791840"/>
                  <a:ext cx="11199240" cy="3146760"/>
                </a:xfrm>
                <a:prstGeom prst="rect">
                  <a:avLst/>
                </a:prstGeom>
              </p:spPr>
            </p:pic>
          </mc:Fallback>
        </mc:AlternateContent>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9F8F5">
              <a:alpha val="85000"/>
            </a:srgbClr>
          </a:solidFill>
          <a:ln/>
        </p:spPr>
        <p:txBody>
          <a:bodyPr/>
          <a:lstStyle/>
          <a:p>
            <a:endParaRPr lang="en-US"/>
          </a:p>
        </p:txBody>
      </p:sp>
      <p:sp>
        <p:nvSpPr>
          <p:cNvPr id="4" name="Text 2"/>
          <p:cNvSpPr/>
          <p:nvPr/>
        </p:nvSpPr>
        <p:spPr>
          <a:xfrm>
            <a:off x="637699" y="1171575"/>
            <a:ext cx="12316778" cy="785813"/>
          </a:xfrm>
          <a:prstGeom prst="rect">
            <a:avLst/>
          </a:prstGeom>
          <a:noFill/>
          <a:ln/>
        </p:spPr>
        <p:txBody>
          <a:bodyPr wrap="none" lIns="0" tIns="0" rIns="0" bIns="0" rtlCol="0" anchor="t"/>
          <a:lstStyle/>
          <a:p>
            <a:pPr marL="0" indent="0" algn="l">
              <a:lnSpc>
                <a:spcPts val="6150"/>
              </a:lnSpc>
              <a:buNone/>
            </a:pPr>
            <a:r>
              <a:rPr lang="en-US" sz="4900" dirty="0">
                <a:solidFill>
                  <a:srgbClr val="161613"/>
                </a:solidFill>
                <a:latin typeface="DM Sans Medium" pitchFamily="34" charset="0"/>
                <a:ea typeface="DM Sans Medium" pitchFamily="34" charset="-122"/>
                <a:cs typeface="DM Sans Medium" pitchFamily="34" charset="-120"/>
              </a:rPr>
              <a:t>Dyslexia: The Invisible Learning Difference</a:t>
            </a:r>
            <a:endParaRPr lang="en-US" sz="4900" dirty="0"/>
          </a:p>
        </p:txBody>
      </p:sp>
      <p:sp>
        <p:nvSpPr>
          <p:cNvPr id="5" name="Text 3"/>
          <p:cNvSpPr/>
          <p:nvPr/>
        </p:nvSpPr>
        <p:spPr>
          <a:xfrm>
            <a:off x="637699" y="2230636"/>
            <a:ext cx="13355002" cy="582930"/>
          </a:xfrm>
          <a:prstGeom prst="rect">
            <a:avLst/>
          </a:prstGeom>
          <a:noFill/>
          <a:ln/>
        </p:spPr>
        <p:txBody>
          <a:bodyPr wrap="square" lIns="0" tIns="0" rIns="0" bIns="0" rtlCol="0" anchor="t"/>
          <a:lstStyle/>
          <a:p>
            <a:pPr marL="0" indent="0" algn="l">
              <a:lnSpc>
                <a:spcPts val="2250"/>
              </a:lnSpc>
              <a:buNone/>
            </a:pPr>
            <a:r>
              <a:rPr lang="en-US" sz="1400" dirty="0">
                <a:solidFill>
                  <a:srgbClr val="161613"/>
                </a:solidFill>
                <a:latin typeface="Inter" pitchFamily="34" charset="0"/>
                <a:ea typeface="Inter" pitchFamily="34" charset="-122"/>
                <a:cs typeface="Inter" pitchFamily="34" charset="-120"/>
              </a:rPr>
              <a:t>Dyslexia is a common neurological difference that primarily affects the ability to read, write, and spell, despite normal intelligence. Unlike visible disabilities, it often goes unnoticed in early childhood, causing many children to struggle quietly and leading to long-term academic challenges.</a:t>
            </a:r>
            <a:endParaRPr lang="en-US" sz="1400" dirty="0"/>
          </a:p>
        </p:txBody>
      </p:sp>
      <p:sp>
        <p:nvSpPr>
          <p:cNvPr id="6" name="Shape 4"/>
          <p:cNvSpPr/>
          <p:nvPr/>
        </p:nvSpPr>
        <p:spPr>
          <a:xfrm>
            <a:off x="637699" y="3291721"/>
            <a:ext cx="6586418" cy="2438876"/>
          </a:xfrm>
          <a:prstGeom prst="roundRect">
            <a:avLst>
              <a:gd name="adj" fmla="val 4499"/>
            </a:avLst>
          </a:prstGeom>
          <a:solidFill>
            <a:srgbClr val="F9F8F5"/>
          </a:solidFill>
          <a:ln/>
        </p:spPr>
        <p:txBody>
          <a:bodyPr/>
          <a:lstStyle/>
          <a:p>
            <a:endParaRPr lang="en-US"/>
          </a:p>
        </p:txBody>
      </p:sp>
      <p:sp>
        <p:nvSpPr>
          <p:cNvPr id="7" name="Shape 5"/>
          <p:cNvSpPr/>
          <p:nvPr/>
        </p:nvSpPr>
        <p:spPr>
          <a:xfrm>
            <a:off x="637699" y="3268861"/>
            <a:ext cx="6586418" cy="91440"/>
          </a:xfrm>
          <a:prstGeom prst="roundRect">
            <a:avLst>
              <a:gd name="adj" fmla="val 29891"/>
            </a:avLst>
          </a:prstGeom>
          <a:solidFill>
            <a:srgbClr val="28282F"/>
          </a:solidFill>
          <a:ln/>
        </p:spPr>
        <p:txBody>
          <a:bodyPr/>
          <a:lstStyle/>
          <a:p>
            <a:endParaRPr lang="en-US"/>
          </a:p>
        </p:txBody>
      </p:sp>
      <p:sp>
        <p:nvSpPr>
          <p:cNvPr id="8" name="Shape 6"/>
          <p:cNvSpPr/>
          <p:nvPr/>
        </p:nvSpPr>
        <p:spPr>
          <a:xfrm>
            <a:off x="3657540" y="3018473"/>
            <a:ext cx="546616" cy="546616"/>
          </a:xfrm>
          <a:prstGeom prst="roundRect">
            <a:avLst>
              <a:gd name="adj" fmla="val 167284"/>
            </a:avLst>
          </a:prstGeom>
          <a:solidFill>
            <a:srgbClr val="28282F"/>
          </a:solidFill>
          <a:ln/>
        </p:spPr>
        <p:txBody>
          <a:bodyPr/>
          <a:lstStyle/>
          <a:p>
            <a:endParaRPr lang="en-US"/>
          </a:p>
        </p:txBody>
      </p:sp>
      <p:sp>
        <p:nvSpPr>
          <p:cNvPr id="9" name="Text 7"/>
          <p:cNvSpPr/>
          <p:nvPr/>
        </p:nvSpPr>
        <p:spPr>
          <a:xfrm>
            <a:off x="3821490" y="3155156"/>
            <a:ext cx="218599" cy="273248"/>
          </a:xfrm>
          <a:prstGeom prst="rect">
            <a:avLst/>
          </a:prstGeom>
          <a:noFill/>
          <a:ln/>
        </p:spPr>
        <p:txBody>
          <a:bodyPr wrap="none" lIns="0" tIns="0" rIns="0" bIns="0" rtlCol="0" anchor="t"/>
          <a:lstStyle/>
          <a:p>
            <a:pPr marL="0" indent="0" algn="l">
              <a:lnSpc>
                <a:spcPts val="2750"/>
              </a:lnSpc>
              <a:buNone/>
            </a:pPr>
            <a:r>
              <a:rPr lang="en-US" sz="1700" dirty="0">
                <a:solidFill>
                  <a:srgbClr val="FFFFFF"/>
                </a:solidFill>
                <a:latin typeface="DM Sans Medium" pitchFamily="34" charset="0"/>
                <a:ea typeface="DM Sans Medium" pitchFamily="34" charset="-122"/>
                <a:cs typeface="DM Sans Medium" pitchFamily="34" charset="-120"/>
              </a:rPr>
              <a:t>1</a:t>
            </a:r>
            <a:endParaRPr lang="en-US" sz="1700" dirty="0"/>
          </a:p>
        </p:txBody>
      </p:sp>
      <p:sp>
        <p:nvSpPr>
          <p:cNvPr id="10" name="Text 8"/>
          <p:cNvSpPr/>
          <p:nvPr/>
        </p:nvSpPr>
        <p:spPr>
          <a:xfrm>
            <a:off x="842724" y="3747135"/>
            <a:ext cx="6176367" cy="291465"/>
          </a:xfrm>
          <a:prstGeom prst="rect">
            <a:avLst/>
          </a:prstGeom>
          <a:noFill/>
          <a:ln/>
        </p:spPr>
        <p:txBody>
          <a:bodyPr wrap="none" lIns="0" tIns="0" rIns="0" bIns="0" rtlCol="0" anchor="t"/>
          <a:lstStyle/>
          <a:p>
            <a:pPr marL="0" indent="0" algn="l">
              <a:lnSpc>
                <a:spcPts val="2250"/>
              </a:lnSpc>
              <a:buNone/>
            </a:pPr>
            <a:endParaRPr lang="en-US" sz="1400" dirty="0"/>
          </a:p>
        </p:txBody>
      </p:sp>
      <p:sp>
        <p:nvSpPr>
          <p:cNvPr id="11" name="Text 9"/>
          <p:cNvSpPr/>
          <p:nvPr/>
        </p:nvSpPr>
        <p:spPr>
          <a:xfrm>
            <a:off x="842724" y="4147899"/>
            <a:ext cx="2277547" cy="284678"/>
          </a:xfrm>
          <a:prstGeom prst="rect">
            <a:avLst/>
          </a:prstGeom>
          <a:noFill/>
          <a:ln/>
        </p:spPr>
        <p:txBody>
          <a:bodyPr wrap="none" lIns="0" tIns="0" rIns="0" bIns="0" rtlCol="0" anchor="t"/>
          <a:lstStyle/>
          <a:p>
            <a:pPr marL="0" indent="0" algn="l">
              <a:lnSpc>
                <a:spcPts val="2200"/>
              </a:lnSpc>
              <a:buNone/>
            </a:pPr>
            <a:r>
              <a:rPr lang="en-US" sz="1750" dirty="0">
                <a:solidFill>
                  <a:srgbClr val="161613"/>
                </a:solidFill>
                <a:latin typeface="DM Sans Medium" pitchFamily="34" charset="0"/>
                <a:ea typeface="DM Sans Medium" pitchFamily="34" charset="-122"/>
                <a:cs typeface="DM Sans Medium" pitchFamily="34" charset="-120"/>
              </a:rPr>
              <a:t>Global Students</a:t>
            </a:r>
            <a:endParaRPr lang="en-US" sz="1750" dirty="0"/>
          </a:p>
        </p:txBody>
      </p:sp>
      <p:sp>
        <p:nvSpPr>
          <p:cNvPr id="12" name="Text 10"/>
          <p:cNvSpPr/>
          <p:nvPr/>
        </p:nvSpPr>
        <p:spPr>
          <a:xfrm>
            <a:off x="842724" y="4541877"/>
            <a:ext cx="6176367" cy="582930"/>
          </a:xfrm>
          <a:prstGeom prst="rect">
            <a:avLst/>
          </a:prstGeom>
          <a:noFill/>
          <a:ln/>
        </p:spPr>
        <p:txBody>
          <a:bodyPr wrap="square" lIns="0" tIns="0" rIns="0" bIns="0" rtlCol="0" anchor="t"/>
          <a:lstStyle/>
          <a:p>
            <a:pPr marL="0" indent="0" algn="l">
              <a:lnSpc>
                <a:spcPts val="2250"/>
              </a:lnSpc>
              <a:buNone/>
            </a:pPr>
            <a:r>
              <a:rPr lang="en-US" sz="1400" dirty="0">
                <a:solidFill>
                  <a:srgbClr val="161613"/>
                </a:solidFill>
                <a:latin typeface="Inter" pitchFamily="34" charset="0"/>
                <a:ea typeface="Inter" pitchFamily="34" charset="-122"/>
                <a:cs typeface="Inter" pitchFamily="34" charset="-120"/>
              </a:rPr>
              <a:t>Nearly 17% of students worldwide are estimated to have some degree of dyslexia.</a:t>
            </a:r>
            <a:endParaRPr lang="en-US" sz="1400" dirty="0"/>
          </a:p>
        </p:txBody>
      </p:sp>
      <p:sp>
        <p:nvSpPr>
          <p:cNvPr id="13" name="Text 11"/>
          <p:cNvSpPr/>
          <p:nvPr/>
        </p:nvSpPr>
        <p:spPr>
          <a:xfrm>
            <a:off x="842724" y="5234107"/>
            <a:ext cx="6176367" cy="291465"/>
          </a:xfrm>
          <a:prstGeom prst="rect">
            <a:avLst/>
          </a:prstGeom>
          <a:noFill/>
          <a:ln/>
        </p:spPr>
        <p:txBody>
          <a:bodyPr wrap="none" lIns="0" tIns="0" rIns="0" bIns="0" rtlCol="0" anchor="t"/>
          <a:lstStyle/>
          <a:p>
            <a:pPr marL="0" indent="0" algn="l">
              <a:lnSpc>
                <a:spcPts val="2250"/>
              </a:lnSpc>
              <a:buNone/>
            </a:pPr>
            <a:endParaRPr lang="en-US" sz="1400" dirty="0"/>
          </a:p>
        </p:txBody>
      </p:sp>
      <p:sp>
        <p:nvSpPr>
          <p:cNvPr id="14" name="Shape 12"/>
          <p:cNvSpPr/>
          <p:nvPr/>
        </p:nvSpPr>
        <p:spPr>
          <a:xfrm>
            <a:off x="7406283" y="3291721"/>
            <a:ext cx="6586418" cy="2438876"/>
          </a:xfrm>
          <a:prstGeom prst="roundRect">
            <a:avLst>
              <a:gd name="adj" fmla="val 4499"/>
            </a:avLst>
          </a:prstGeom>
          <a:solidFill>
            <a:srgbClr val="F9F8F5"/>
          </a:solidFill>
          <a:ln/>
        </p:spPr>
        <p:txBody>
          <a:bodyPr/>
          <a:lstStyle/>
          <a:p>
            <a:endParaRPr lang="en-US"/>
          </a:p>
        </p:txBody>
      </p:sp>
      <p:sp>
        <p:nvSpPr>
          <p:cNvPr id="15" name="Shape 13"/>
          <p:cNvSpPr/>
          <p:nvPr/>
        </p:nvSpPr>
        <p:spPr>
          <a:xfrm>
            <a:off x="7406283" y="3268861"/>
            <a:ext cx="6586418" cy="91440"/>
          </a:xfrm>
          <a:prstGeom prst="roundRect">
            <a:avLst>
              <a:gd name="adj" fmla="val 29891"/>
            </a:avLst>
          </a:prstGeom>
          <a:solidFill>
            <a:srgbClr val="28282F"/>
          </a:solidFill>
          <a:ln/>
        </p:spPr>
        <p:txBody>
          <a:bodyPr/>
          <a:lstStyle/>
          <a:p>
            <a:endParaRPr lang="en-US"/>
          </a:p>
        </p:txBody>
      </p:sp>
      <p:sp>
        <p:nvSpPr>
          <p:cNvPr id="16" name="Shape 14"/>
          <p:cNvSpPr/>
          <p:nvPr/>
        </p:nvSpPr>
        <p:spPr>
          <a:xfrm>
            <a:off x="10426125" y="3018473"/>
            <a:ext cx="546616" cy="546616"/>
          </a:xfrm>
          <a:prstGeom prst="roundRect">
            <a:avLst>
              <a:gd name="adj" fmla="val 167284"/>
            </a:avLst>
          </a:prstGeom>
          <a:solidFill>
            <a:srgbClr val="28282F"/>
          </a:solidFill>
          <a:ln/>
        </p:spPr>
        <p:txBody>
          <a:bodyPr/>
          <a:lstStyle/>
          <a:p>
            <a:endParaRPr lang="en-US"/>
          </a:p>
        </p:txBody>
      </p:sp>
      <p:sp>
        <p:nvSpPr>
          <p:cNvPr id="17" name="Text 15"/>
          <p:cNvSpPr/>
          <p:nvPr/>
        </p:nvSpPr>
        <p:spPr>
          <a:xfrm>
            <a:off x="10590074" y="3155156"/>
            <a:ext cx="218599" cy="273248"/>
          </a:xfrm>
          <a:prstGeom prst="rect">
            <a:avLst/>
          </a:prstGeom>
          <a:noFill/>
          <a:ln/>
        </p:spPr>
        <p:txBody>
          <a:bodyPr wrap="none" lIns="0" tIns="0" rIns="0" bIns="0" rtlCol="0" anchor="t"/>
          <a:lstStyle/>
          <a:p>
            <a:pPr marL="0" indent="0" algn="l">
              <a:lnSpc>
                <a:spcPts val="2750"/>
              </a:lnSpc>
              <a:buNone/>
            </a:pPr>
            <a:r>
              <a:rPr lang="en-US" sz="1700" dirty="0">
                <a:solidFill>
                  <a:srgbClr val="FFFFFF"/>
                </a:solidFill>
                <a:latin typeface="DM Sans Medium" pitchFamily="34" charset="0"/>
                <a:ea typeface="DM Sans Medium" pitchFamily="34" charset="-122"/>
                <a:cs typeface="DM Sans Medium" pitchFamily="34" charset="-120"/>
              </a:rPr>
              <a:t>2</a:t>
            </a:r>
            <a:endParaRPr lang="en-US" sz="1700" dirty="0"/>
          </a:p>
        </p:txBody>
      </p:sp>
      <p:sp>
        <p:nvSpPr>
          <p:cNvPr id="18" name="Text 16"/>
          <p:cNvSpPr/>
          <p:nvPr/>
        </p:nvSpPr>
        <p:spPr>
          <a:xfrm>
            <a:off x="7611308" y="3747135"/>
            <a:ext cx="6176367" cy="291465"/>
          </a:xfrm>
          <a:prstGeom prst="rect">
            <a:avLst/>
          </a:prstGeom>
          <a:noFill/>
          <a:ln/>
        </p:spPr>
        <p:txBody>
          <a:bodyPr wrap="none" lIns="0" tIns="0" rIns="0" bIns="0" rtlCol="0" anchor="t"/>
          <a:lstStyle/>
          <a:p>
            <a:pPr marL="0" indent="0" algn="l">
              <a:lnSpc>
                <a:spcPts val="2250"/>
              </a:lnSpc>
              <a:buNone/>
            </a:pPr>
            <a:endParaRPr lang="en-US" sz="1400" dirty="0"/>
          </a:p>
        </p:txBody>
      </p:sp>
      <p:sp>
        <p:nvSpPr>
          <p:cNvPr id="19" name="Text 17"/>
          <p:cNvSpPr/>
          <p:nvPr/>
        </p:nvSpPr>
        <p:spPr>
          <a:xfrm>
            <a:off x="7611308" y="4147899"/>
            <a:ext cx="2277547" cy="284678"/>
          </a:xfrm>
          <a:prstGeom prst="rect">
            <a:avLst/>
          </a:prstGeom>
          <a:noFill/>
          <a:ln/>
        </p:spPr>
        <p:txBody>
          <a:bodyPr wrap="none" lIns="0" tIns="0" rIns="0" bIns="0" rtlCol="0" anchor="t"/>
          <a:lstStyle/>
          <a:p>
            <a:pPr marL="0" indent="0" algn="l">
              <a:lnSpc>
                <a:spcPts val="2200"/>
              </a:lnSpc>
              <a:buNone/>
            </a:pPr>
            <a:r>
              <a:rPr lang="en-US" sz="1750" dirty="0">
                <a:solidFill>
                  <a:srgbClr val="161613"/>
                </a:solidFill>
                <a:latin typeface="DM Sans Medium" pitchFamily="34" charset="0"/>
                <a:ea typeface="DM Sans Medium" pitchFamily="34" charset="-122"/>
                <a:cs typeface="DM Sans Medium" pitchFamily="34" charset="-120"/>
              </a:rPr>
              <a:t>Students in India</a:t>
            </a:r>
            <a:endParaRPr lang="en-US" sz="1750" dirty="0"/>
          </a:p>
        </p:txBody>
      </p:sp>
      <p:sp>
        <p:nvSpPr>
          <p:cNvPr id="20" name="Text 18"/>
          <p:cNvSpPr/>
          <p:nvPr/>
        </p:nvSpPr>
        <p:spPr>
          <a:xfrm>
            <a:off x="7611308" y="4541877"/>
            <a:ext cx="6176367" cy="582930"/>
          </a:xfrm>
          <a:prstGeom prst="rect">
            <a:avLst/>
          </a:prstGeom>
          <a:noFill/>
          <a:ln/>
        </p:spPr>
        <p:txBody>
          <a:bodyPr wrap="square" lIns="0" tIns="0" rIns="0" bIns="0" rtlCol="0" anchor="t"/>
          <a:lstStyle/>
          <a:p>
            <a:pPr marL="0" indent="0" algn="l">
              <a:lnSpc>
                <a:spcPts val="2250"/>
              </a:lnSpc>
              <a:buNone/>
            </a:pPr>
            <a:r>
              <a:rPr lang="en-US" sz="1400" dirty="0">
                <a:solidFill>
                  <a:srgbClr val="161613"/>
                </a:solidFill>
                <a:latin typeface="Inter" pitchFamily="34" charset="0"/>
                <a:ea typeface="Inter" pitchFamily="34" charset="-122"/>
                <a:cs typeface="Inter" pitchFamily="34" charset="-120"/>
              </a:rPr>
              <a:t>The prevalence in India is high, impacting 15-20% of the student population.</a:t>
            </a:r>
            <a:endParaRPr lang="en-US" sz="1400" dirty="0"/>
          </a:p>
        </p:txBody>
      </p:sp>
      <p:sp>
        <p:nvSpPr>
          <p:cNvPr id="21" name="Text 19"/>
          <p:cNvSpPr/>
          <p:nvPr/>
        </p:nvSpPr>
        <p:spPr>
          <a:xfrm>
            <a:off x="7611308" y="5234107"/>
            <a:ext cx="6176367" cy="291465"/>
          </a:xfrm>
          <a:prstGeom prst="rect">
            <a:avLst/>
          </a:prstGeom>
          <a:noFill/>
          <a:ln/>
        </p:spPr>
        <p:txBody>
          <a:bodyPr wrap="none" lIns="0" tIns="0" rIns="0" bIns="0" rtlCol="0" anchor="t"/>
          <a:lstStyle/>
          <a:p>
            <a:pPr marL="0" indent="0" algn="l">
              <a:lnSpc>
                <a:spcPts val="2250"/>
              </a:lnSpc>
              <a:buNone/>
            </a:pPr>
            <a:endParaRPr lang="en-US" sz="1400" dirty="0"/>
          </a:p>
        </p:txBody>
      </p:sp>
      <p:sp>
        <p:nvSpPr>
          <p:cNvPr id="22" name="Text 20"/>
          <p:cNvSpPr/>
          <p:nvPr/>
        </p:nvSpPr>
        <p:spPr>
          <a:xfrm>
            <a:off x="910947" y="6140410"/>
            <a:ext cx="13081754" cy="291465"/>
          </a:xfrm>
          <a:prstGeom prst="rect">
            <a:avLst/>
          </a:prstGeom>
          <a:noFill/>
          <a:ln/>
        </p:spPr>
        <p:txBody>
          <a:bodyPr wrap="none" lIns="0" tIns="0" rIns="0" bIns="0" rtlCol="0" anchor="t"/>
          <a:lstStyle/>
          <a:p>
            <a:pPr marL="0" indent="0" algn="l">
              <a:lnSpc>
                <a:spcPts val="2250"/>
              </a:lnSpc>
              <a:buNone/>
            </a:pPr>
            <a:r>
              <a:rPr lang="en-US" sz="1400" dirty="0">
                <a:solidFill>
                  <a:srgbClr val="161613"/>
                </a:solidFill>
                <a:latin typeface="Inter" pitchFamily="34" charset="0"/>
                <a:ea typeface="Inter" pitchFamily="34" charset="-122"/>
                <a:cs typeface="Inter" pitchFamily="34" charset="-120"/>
              </a:rPr>
              <a:t>The word </a:t>
            </a:r>
            <a:r>
              <a:rPr lang="en-US" sz="1400" b="1" dirty="0">
                <a:solidFill>
                  <a:srgbClr val="161613"/>
                </a:solidFill>
                <a:latin typeface="Inter" pitchFamily="34" charset="0"/>
                <a:ea typeface="Inter" pitchFamily="34" charset="-122"/>
                <a:cs typeface="Inter" pitchFamily="34" charset="-120"/>
              </a:rPr>
              <a:t>Floccinaucinihilipilification</a:t>
            </a:r>
            <a:r>
              <a:rPr lang="en-US" sz="1400" dirty="0">
                <a:solidFill>
                  <a:srgbClr val="161613"/>
                </a:solidFill>
                <a:latin typeface="Inter" pitchFamily="34" charset="0"/>
                <a:ea typeface="Inter" pitchFamily="34" charset="-122"/>
                <a:cs typeface="Inter" pitchFamily="34" charset="-120"/>
              </a:rPr>
              <a:t> is often used to demonstrate the challenge of decoding complex words.</a:t>
            </a:r>
            <a:endParaRPr lang="en-US" sz="1400" dirty="0"/>
          </a:p>
        </p:txBody>
      </p:sp>
      <p:sp>
        <p:nvSpPr>
          <p:cNvPr id="23" name="Shape 21"/>
          <p:cNvSpPr/>
          <p:nvPr/>
        </p:nvSpPr>
        <p:spPr>
          <a:xfrm>
            <a:off x="637699" y="5935504"/>
            <a:ext cx="22860" cy="701278"/>
          </a:xfrm>
          <a:prstGeom prst="rect">
            <a:avLst/>
          </a:prstGeom>
          <a:solidFill>
            <a:srgbClr val="28282F"/>
          </a:solidFill>
          <a:ln/>
        </p:spPr>
        <p:txBody>
          <a:bodyPr/>
          <a:lstStyle/>
          <a:p>
            <a:endParaRPr lang="en-US"/>
          </a:p>
        </p:txBody>
      </p:sp>
      <p:sp>
        <p:nvSpPr>
          <p:cNvPr id="24" name="Shape 22"/>
          <p:cNvSpPr/>
          <p:nvPr/>
        </p:nvSpPr>
        <p:spPr>
          <a:xfrm>
            <a:off x="637699" y="6841688"/>
            <a:ext cx="13355002" cy="774144"/>
          </a:xfrm>
          <a:prstGeom prst="roundRect">
            <a:avLst>
              <a:gd name="adj" fmla="val 3531"/>
            </a:avLst>
          </a:prstGeom>
          <a:solidFill>
            <a:srgbClr val="D6D6DC"/>
          </a:solidFill>
          <a:ln/>
        </p:spPr>
        <p:txBody>
          <a:bodyPr/>
          <a:lstStyle/>
          <a:p>
            <a:endParaRPr lang="en-US"/>
          </a:p>
        </p:txBody>
      </p:sp>
      <p:pic>
        <p:nvPicPr>
          <p:cNvPr id="25" name="Image 0" descr="preencoded.png"/>
          <p:cNvPicPr>
            <a:picLocks noChangeAspect="1"/>
          </p:cNvPicPr>
          <p:nvPr/>
        </p:nvPicPr>
        <p:blipFill>
          <a:blip r:embed="rId3"/>
          <a:stretch>
            <a:fillRect/>
          </a:stretch>
        </p:blipFill>
        <p:spPr>
          <a:xfrm>
            <a:off x="819864" y="7115651"/>
            <a:ext cx="227647" cy="182166"/>
          </a:xfrm>
          <a:prstGeom prst="rect">
            <a:avLst/>
          </a:prstGeom>
        </p:spPr>
      </p:pic>
      <p:sp>
        <p:nvSpPr>
          <p:cNvPr id="26" name="Text 23"/>
          <p:cNvSpPr/>
          <p:nvPr/>
        </p:nvSpPr>
        <p:spPr>
          <a:xfrm>
            <a:off x="1229678" y="7069336"/>
            <a:ext cx="12580858" cy="291465"/>
          </a:xfrm>
          <a:prstGeom prst="rect">
            <a:avLst/>
          </a:prstGeom>
          <a:noFill/>
          <a:ln/>
        </p:spPr>
        <p:txBody>
          <a:bodyPr wrap="none" lIns="0" tIns="0" rIns="0" bIns="0" rtlCol="0" anchor="t"/>
          <a:lstStyle/>
          <a:p>
            <a:pPr marL="0" indent="0" algn="l">
              <a:lnSpc>
                <a:spcPts val="2250"/>
              </a:lnSpc>
              <a:buNone/>
            </a:pPr>
            <a:r>
              <a:rPr lang="en-US" sz="1400" dirty="0">
                <a:solidFill>
                  <a:srgbClr val="000000"/>
                </a:solidFill>
                <a:latin typeface="Inter" pitchFamily="34" charset="0"/>
                <a:ea typeface="Inter" pitchFamily="34" charset="-122"/>
                <a:cs typeface="Inter" pitchFamily="34" charset="-120"/>
              </a:rPr>
              <a:t>Dyslexia affects phonological processing, such as connecting sounds to letters (e.g., C </a:t>
            </a:r>
            <a:r>
              <a:rPr lang="en-US" sz="1400" dirty="0">
                <a:solidFill>
                  <a:srgbClr val="28282F"/>
                </a:solidFill>
                <a:latin typeface="Inter" pitchFamily="34" charset="0"/>
                <a:ea typeface="Inter" pitchFamily="34" charset="-122"/>
                <a:cs typeface="Inter" pitchFamily="34" charset="-120"/>
              </a:rPr>
              <a:t>/k/</a:t>
            </a:r>
            <a:r>
              <a:rPr lang="en-US" sz="1400" dirty="0">
                <a:solidFill>
                  <a:srgbClr val="000000"/>
                </a:solidFill>
                <a:latin typeface="Inter" pitchFamily="34" charset="0"/>
                <a:ea typeface="Inter" pitchFamily="34" charset="-122"/>
                <a:cs typeface="Inter" pitchFamily="34" charset="-120"/>
              </a:rPr>
              <a:t>, A </a:t>
            </a:r>
            <a:r>
              <a:rPr lang="en-US" sz="1400" dirty="0">
                <a:solidFill>
                  <a:srgbClr val="28282F"/>
                </a:solidFill>
                <a:latin typeface="Inter" pitchFamily="34" charset="0"/>
                <a:ea typeface="Inter" pitchFamily="34" charset="-122"/>
                <a:cs typeface="Inter" pitchFamily="34" charset="-120"/>
              </a:rPr>
              <a:t>/a/</a:t>
            </a:r>
            <a:r>
              <a:rPr lang="en-US" sz="1400" dirty="0">
                <a:solidFill>
                  <a:srgbClr val="000000"/>
                </a:solidFill>
                <a:latin typeface="Inter" pitchFamily="34" charset="0"/>
                <a:ea typeface="Inter" pitchFamily="34" charset="-122"/>
                <a:cs typeface="Inter" pitchFamily="34" charset="-120"/>
              </a:rPr>
              <a:t>, T </a:t>
            </a:r>
            <a:r>
              <a:rPr lang="en-US" sz="1400" dirty="0">
                <a:solidFill>
                  <a:srgbClr val="28282F"/>
                </a:solidFill>
                <a:latin typeface="Inter" pitchFamily="34" charset="0"/>
                <a:ea typeface="Inter" pitchFamily="34" charset="-122"/>
                <a:cs typeface="Inter" pitchFamily="34" charset="-120"/>
              </a:rPr>
              <a:t>/t/</a:t>
            </a:r>
            <a:r>
              <a:rPr lang="en-US" sz="1400" dirty="0">
                <a:solidFill>
                  <a:srgbClr val="000000"/>
                </a:solidFill>
                <a:latin typeface="Inter" pitchFamily="34" charset="0"/>
                <a:ea typeface="Inter" pitchFamily="34" charset="-122"/>
                <a:cs typeface="Inter" pitchFamily="34" charset="-120"/>
              </a:rPr>
              <a:t> to form CAT).</a:t>
            </a:r>
            <a:endParaRPr lang="en-US" sz="1400" dirty="0"/>
          </a:p>
        </p:txBody>
      </p:sp>
      <mc:AlternateContent xmlns:mc="http://schemas.openxmlformats.org/markup-compatibility/2006">
        <mc:Choice xmlns:p14="http://schemas.microsoft.com/office/powerpoint/2010/main" Requires="p14">
          <p:contentPart p14:bwMode="auto" r:id="rId4">
            <p14:nvContentPartPr>
              <p14:cNvPr id="27" name="Ink 26">
                <a:extLst>
                  <a:ext uri="{FF2B5EF4-FFF2-40B4-BE49-F238E27FC236}">
                    <a16:creationId xmlns:a16="http://schemas.microsoft.com/office/drawing/2014/main" id="{7CAF2A26-B876-2AD7-2BD6-5C6FAE68AE91}"/>
                  </a:ext>
                </a:extLst>
              </p14:cNvPr>
              <p14:cNvContentPartPr/>
              <p14:nvPr/>
            </p14:nvContentPartPr>
            <p14:xfrm>
              <a:off x="12622992" y="7852920"/>
              <a:ext cx="1806480" cy="177840"/>
            </p14:xfrm>
          </p:contentPart>
        </mc:Choice>
        <mc:Fallback>
          <p:pic>
            <p:nvPicPr>
              <p:cNvPr id="27" name="Ink 26">
                <a:extLst>
                  <a:ext uri="{FF2B5EF4-FFF2-40B4-BE49-F238E27FC236}">
                    <a16:creationId xmlns:a16="http://schemas.microsoft.com/office/drawing/2014/main" id="{7CAF2A26-B876-2AD7-2BD6-5C6FAE68AE91}"/>
                  </a:ext>
                </a:extLst>
              </p:cNvPr>
              <p:cNvPicPr/>
              <p:nvPr/>
            </p:nvPicPr>
            <p:blipFill>
              <a:blip r:embed="rId5"/>
              <a:stretch>
                <a:fillRect/>
              </a:stretch>
            </p:blipFill>
            <p:spPr>
              <a:xfrm>
                <a:off x="12559992" y="7789920"/>
                <a:ext cx="1932120" cy="3034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8" name="Ink 27">
                <a:extLst>
                  <a:ext uri="{FF2B5EF4-FFF2-40B4-BE49-F238E27FC236}">
                    <a16:creationId xmlns:a16="http://schemas.microsoft.com/office/drawing/2014/main" id="{FBCFE519-0FB4-A63D-FF29-9C9AC2C63201}"/>
                  </a:ext>
                </a:extLst>
              </p14:cNvPr>
              <p14:cNvContentPartPr/>
              <p14:nvPr/>
            </p14:nvContentPartPr>
            <p14:xfrm>
              <a:off x="14223552" y="7860120"/>
              <a:ext cx="274680" cy="289080"/>
            </p14:xfrm>
          </p:contentPart>
        </mc:Choice>
        <mc:Fallback>
          <p:pic>
            <p:nvPicPr>
              <p:cNvPr id="28" name="Ink 27">
                <a:extLst>
                  <a:ext uri="{FF2B5EF4-FFF2-40B4-BE49-F238E27FC236}">
                    <a16:creationId xmlns:a16="http://schemas.microsoft.com/office/drawing/2014/main" id="{FBCFE519-0FB4-A63D-FF29-9C9AC2C63201}"/>
                  </a:ext>
                </a:extLst>
              </p:cNvPr>
              <p:cNvPicPr/>
              <p:nvPr/>
            </p:nvPicPr>
            <p:blipFill>
              <a:blip r:embed="rId7"/>
              <a:stretch>
                <a:fillRect/>
              </a:stretch>
            </p:blipFill>
            <p:spPr>
              <a:xfrm>
                <a:off x="14160552" y="7797480"/>
                <a:ext cx="400320" cy="41472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490371" y="929505"/>
            <a:ext cx="13058299" cy="611981"/>
          </a:xfrm>
          <a:prstGeom prst="rect">
            <a:avLst/>
          </a:prstGeom>
          <a:noFill/>
          <a:ln/>
        </p:spPr>
        <p:txBody>
          <a:bodyPr wrap="none" lIns="0" tIns="0" rIns="0" bIns="0" rtlCol="0" anchor="t"/>
          <a:lstStyle/>
          <a:p>
            <a:pPr marL="0" indent="0" algn="l">
              <a:lnSpc>
                <a:spcPts val="4800"/>
              </a:lnSpc>
              <a:buNone/>
            </a:pPr>
            <a:r>
              <a:rPr lang="en-US" sz="3850" dirty="0">
                <a:solidFill>
                  <a:srgbClr val="161613"/>
                </a:solidFill>
                <a:latin typeface="DM Sans Medium" pitchFamily="34" charset="0"/>
                <a:ea typeface="DM Sans Medium" pitchFamily="34" charset="-122"/>
                <a:cs typeface="DM Sans Medium" pitchFamily="34" charset="-120"/>
              </a:rPr>
              <a:t>The Unseen Barriers: Challenges in Dyslexia Management</a:t>
            </a:r>
            <a:endParaRPr lang="en-US" sz="3850" dirty="0"/>
          </a:p>
        </p:txBody>
      </p:sp>
      <p:sp>
        <p:nvSpPr>
          <p:cNvPr id="4" name="Shape 1"/>
          <p:cNvSpPr/>
          <p:nvPr/>
        </p:nvSpPr>
        <p:spPr>
          <a:xfrm>
            <a:off x="490371" y="1835214"/>
            <a:ext cx="6531888" cy="1800701"/>
          </a:xfrm>
          <a:prstGeom prst="roundRect">
            <a:avLst>
              <a:gd name="adj" fmla="val 1631"/>
            </a:avLst>
          </a:prstGeom>
          <a:solidFill>
            <a:srgbClr val="F9F8F5"/>
          </a:solidFill>
          <a:ln w="22860">
            <a:solidFill>
              <a:srgbClr val="D3D1C9"/>
            </a:solidFill>
            <a:prstDash val="solid"/>
          </a:ln>
        </p:spPr>
        <p:txBody>
          <a:bodyPr/>
          <a:lstStyle/>
          <a:p>
            <a:endParaRPr lang="en-US"/>
          </a:p>
        </p:txBody>
      </p:sp>
      <p:sp>
        <p:nvSpPr>
          <p:cNvPr id="5" name="Text 2"/>
          <p:cNvSpPr/>
          <p:nvPr/>
        </p:nvSpPr>
        <p:spPr>
          <a:xfrm>
            <a:off x="708970" y="2053812"/>
            <a:ext cx="2448163" cy="305991"/>
          </a:xfrm>
          <a:prstGeom prst="rect">
            <a:avLst/>
          </a:prstGeom>
          <a:noFill/>
          <a:ln/>
        </p:spPr>
        <p:txBody>
          <a:bodyPr wrap="none" lIns="0" tIns="0" rIns="0" bIns="0" rtlCol="0" anchor="t"/>
          <a:lstStyle/>
          <a:p>
            <a:pPr marL="0" indent="0" algn="l">
              <a:lnSpc>
                <a:spcPts val="2400"/>
              </a:lnSpc>
              <a:buNone/>
            </a:pPr>
            <a:r>
              <a:rPr lang="en-US" sz="1900" dirty="0">
                <a:solidFill>
                  <a:srgbClr val="161613"/>
                </a:solidFill>
                <a:latin typeface="DM Sans Medium" pitchFamily="34" charset="0"/>
                <a:ea typeface="DM Sans Medium" pitchFamily="34" charset="-122"/>
                <a:cs typeface="DM Sans Medium" pitchFamily="34" charset="-120"/>
              </a:rPr>
              <a:t>Lack of Awareness</a:t>
            </a:r>
            <a:endParaRPr lang="en-US" sz="1900" dirty="0"/>
          </a:p>
        </p:txBody>
      </p:sp>
      <p:sp>
        <p:nvSpPr>
          <p:cNvPr id="6" name="Text 3"/>
          <p:cNvSpPr/>
          <p:nvPr/>
        </p:nvSpPr>
        <p:spPr>
          <a:xfrm>
            <a:off x="708970" y="2477199"/>
            <a:ext cx="6094690" cy="626745"/>
          </a:xfrm>
          <a:prstGeom prst="rect">
            <a:avLst/>
          </a:prstGeom>
          <a:noFill/>
          <a:ln/>
        </p:spPr>
        <p:txBody>
          <a:bodyPr wrap="square" lIns="0" tIns="0" rIns="0" bIns="0" rtlCol="0" anchor="t"/>
          <a:lstStyle/>
          <a:p>
            <a:pPr marL="0" indent="0" algn="l">
              <a:lnSpc>
                <a:spcPts val="2450"/>
              </a:lnSpc>
              <a:buNone/>
            </a:pPr>
            <a:r>
              <a:rPr lang="en-US" sz="1500" dirty="0">
                <a:solidFill>
                  <a:srgbClr val="161613"/>
                </a:solidFill>
                <a:latin typeface="Inter" pitchFamily="34" charset="0"/>
                <a:ea typeface="Inter" pitchFamily="34" charset="-122"/>
                <a:cs typeface="Inter" pitchFamily="34" charset="-120"/>
              </a:rPr>
              <a:t>Limited understanding among parents and general educators means early signs are frequently missed or misinterpreted.</a:t>
            </a:r>
            <a:endParaRPr lang="en-US" sz="1500" dirty="0"/>
          </a:p>
        </p:txBody>
      </p:sp>
      <p:sp>
        <p:nvSpPr>
          <p:cNvPr id="7" name="Shape 4"/>
          <p:cNvSpPr/>
          <p:nvPr/>
        </p:nvSpPr>
        <p:spPr>
          <a:xfrm>
            <a:off x="7217997" y="1835214"/>
            <a:ext cx="6531888" cy="1800701"/>
          </a:xfrm>
          <a:prstGeom prst="roundRect">
            <a:avLst>
              <a:gd name="adj" fmla="val 1631"/>
            </a:avLst>
          </a:prstGeom>
          <a:solidFill>
            <a:srgbClr val="F9F8F5"/>
          </a:solidFill>
          <a:ln w="22860">
            <a:solidFill>
              <a:srgbClr val="D3D1C9"/>
            </a:solidFill>
            <a:prstDash val="solid"/>
          </a:ln>
        </p:spPr>
        <p:txBody>
          <a:bodyPr/>
          <a:lstStyle/>
          <a:p>
            <a:endParaRPr lang="en-US"/>
          </a:p>
        </p:txBody>
      </p:sp>
      <p:sp>
        <p:nvSpPr>
          <p:cNvPr id="8" name="Text 5"/>
          <p:cNvSpPr/>
          <p:nvPr/>
        </p:nvSpPr>
        <p:spPr>
          <a:xfrm>
            <a:off x="7436596" y="2053812"/>
            <a:ext cx="2448163" cy="305991"/>
          </a:xfrm>
          <a:prstGeom prst="rect">
            <a:avLst/>
          </a:prstGeom>
          <a:noFill/>
          <a:ln/>
        </p:spPr>
        <p:txBody>
          <a:bodyPr wrap="none" lIns="0" tIns="0" rIns="0" bIns="0" rtlCol="0" anchor="t"/>
          <a:lstStyle/>
          <a:p>
            <a:pPr marL="0" indent="0" algn="l">
              <a:lnSpc>
                <a:spcPts val="2400"/>
              </a:lnSpc>
              <a:buNone/>
            </a:pPr>
            <a:r>
              <a:rPr lang="en-US" sz="1900" dirty="0">
                <a:solidFill>
                  <a:srgbClr val="161613"/>
                </a:solidFill>
                <a:latin typeface="DM Sans Medium" pitchFamily="34" charset="0"/>
                <a:ea typeface="DM Sans Medium" pitchFamily="34" charset="-122"/>
                <a:cs typeface="DM Sans Medium" pitchFamily="34" charset="-120"/>
              </a:rPr>
              <a:t>High Diagnosis Cost</a:t>
            </a:r>
            <a:endParaRPr lang="en-US" sz="1900" dirty="0"/>
          </a:p>
        </p:txBody>
      </p:sp>
      <p:sp>
        <p:nvSpPr>
          <p:cNvPr id="9" name="Text 6"/>
          <p:cNvSpPr/>
          <p:nvPr/>
        </p:nvSpPr>
        <p:spPr>
          <a:xfrm>
            <a:off x="7436596" y="2477199"/>
            <a:ext cx="6094690" cy="940118"/>
          </a:xfrm>
          <a:prstGeom prst="rect">
            <a:avLst/>
          </a:prstGeom>
          <a:noFill/>
          <a:ln/>
        </p:spPr>
        <p:txBody>
          <a:bodyPr wrap="square" lIns="0" tIns="0" rIns="0" bIns="0" rtlCol="0" anchor="t"/>
          <a:lstStyle/>
          <a:p>
            <a:pPr marL="0" indent="0" algn="l">
              <a:lnSpc>
                <a:spcPts val="2450"/>
              </a:lnSpc>
              <a:buNone/>
            </a:pPr>
            <a:r>
              <a:rPr lang="en-US" sz="1500" dirty="0">
                <a:solidFill>
                  <a:srgbClr val="161613"/>
                </a:solidFill>
                <a:latin typeface="Inter" pitchFamily="34" charset="0"/>
                <a:ea typeface="Inter" pitchFamily="34" charset="-122"/>
                <a:cs typeface="Inter" pitchFamily="34" charset="-120"/>
              </a:rPr>
              <a:t>Professional, specialized diagnostic assessments are often expensive and inaccessible, creating a socioeconomic barrier to help.</a:t>
            </a:r>
            <a:endParaRPr lang="en-US" sz="1500" dirty="0"/>
          </a:p>
        </p:txBody>
      </p:sp>
      <p:sp>
        <p:nvSpPr>
          <p:cNvPr id="10" name="Shape 7"/>
          <p:cNvSpPr/>
          <p:nvPr/>
        </p:nvSpPr>
        <p:spPr>
          <a:xfrm>
            <a:off x="490371" y="3831654"/>
            <a:ext cx="6531888" cy="1800701"/>
          </a:xfrm>
          <a:prstGeom prst="roundRect">
            <a:avLst>
              <a:gd name="adj" fmla="val 1631"/>
            </a:avLst>
          </a:prstGeom>
          <a:solidFill>
            <a:srgbClr val="F9F8F5"/>
          </a:solidFill>
          <a:ln w="22860">
            <a:solidFill>
              <a:srgbClr val="D3D1C9"/>
            </a:solidFill>
            <a:prstDash val="solid"/>
          </a:ln>
        </p:spPr>
        <p:txBody>
          <a:bodyPr/>
          <a:lstStyle/>
          <a:p>
            <a:endParaRPr lang="en-US"/>
          </a:p>
        </p:txBody>
      </p:sp>
      <p:sp>
        <p:nvSpPr>
          <p:cNvPr id="11" name="Text 8"/>
          <p:cNvSpPr/>
          <p:nvPr/>
        </p:nvSpPr>
        <p:spPr>
          <a:xfrm>
            <a:off x="708970" y="4050252"/>
            <a:ext cx="3531870" cy="305991"/>
          </a:xfrm>
          <a:prstGeom prst="rect">
            <a:avLst/>
          </a:prstGeom>
          <a:noFill/>
          <a:ln/>
        </p:spPr>
        <p:txBody>
          <a:bodyPr wrap="none" lIns="0" tIns="0" rIns="0" bIns="0" rtlCol="0" anchor="t"/>
          <a:lstStyle/>
          <a:p>
            <a:pPr marL="0" indent="0" algn="l">
              <a:lnSpc>
                <a:spcPts val="2400"/>
              </a:lnSpc>
              <a:buNone/>
            </a:pPr>
            <a:r>
              <a:rPr lang="en-US" sz="1900" dirty="0">
                <a:solidFill>
                  <a:srgbClr val="161613"/>
                </a:solidFill>
                <a:latin typeface="DM Sans Medium" pitchFamily="34" charset="0"/>
                <a:ea typeface="DM Sans Medium" pitchFamily="34" charset="-122"/>
                <a:cs typeface="DM Sans Medium" pitchFamily="34" charset="-120"/>
              </a:rPr>
              <a:t>Mislabeling &amp; Emotional Stress</a:t>
            </a:r>
            <a:endParaRPr lang="en-US" sz="1900" dirty="0"/>
          </a:p>
        </p:txBody>
      </p:sp>
      <p:sp>
        <p:nvSpPr>
          <p:cNvPr id="12" name="Text 9"/>
          <p:cNvSpPr/>
          <p:nvPr/>
        </p:nvSpPr>
        <p:spPr>
          <a:xfrm>
            <a:off x="708970" y="4473639"/>
            <a:ext cx="6094690" cy="940118"/>
          </a:xfrm>
          <a:prstGeom prst="rect">
            <a:avLst/>
          </a:prstGeom>
          <a:noFill/>
          <a:ln/>
        </p:spPr>
        <p:txBody>
          <a:bodyPr wrap="square" lIns="0" tIns="0" rIns="0" bIns="0" rtlCol="0" anchor="t"/>
          <a:lstStyle/>
          <a:p>
            <a:pPr marL="0" indent="0" algn="l">
              <a:lnSpc>
                <a:spcPts val="2450"/>
              </a:lnSpc>
              <a:buNone/>
            </a:pPr>
            <a:r>
              <a:rPr lang="en-US" sz="1500" dirty="0">
                <a:solidFill>
                  <a:srgbClr val="161613"/>
                </a:solidFill>
                <a:latin typeface="Inter" pitchFamily="34" charset="0"/>
                <a:ea typeface="Inter" pitchFamily="34" charset="-122"/>
                <a:cs typeface="Inter" pitchFamily="34" charset="-120"/>
              </a:rPr>
              <a:t>Children are often unfairly labeled as lazy, inattentive, or unmotivated, leading to emotional stress, low self-esteem, and social isolation.</a:t>
            </a:r>
            <a:endParaRPr lang="en-US" sz="1500" dirty="0"/>
          </a:p>
        </p:txBody>
      </p:sp>
      <p:sp>
        <p:nvSpPr>
          <p:cNvPr id="13" name="Shape 10"/>
          <p:cNvSpPr/>
          <p:nvPr/>
        </p:nvSpPr>
        <p:spPr>
          <a:xfrm>
            <a:off x="7217997" y="3831654"/>
            <a:ext cx="6531888" cy="1800701"/>
          </a:xfrm>
          <a:prstGeom prst="roundRect">
            <a:avLst>
              <a:gd name="adj" fmla="val 1631"/>
            </a:avLst>
          </a:prstGeom>
          <a:solidFill>
            <a:srgbClr val="F9F8F5"/>
          </a:solidFill>
          <a:ln w="22860">
            <a:solidFill>
              <a:srgbClr val="D3D1C9"/>
            </a:solidFill>
            <a:prstDash val="solid"/>
          </a:ln>
        </p:spPr>
        <p:txBody>
          <a:bodyPr/>
          <a:lstStyle/>
          <a:p>
            <a:endParaRPr lang="en-US"/>
          </a:p>
        </p:txBody>
      </p:sp>
      <p:sp>
        <p:nvSpPr>
          <p:cNvPr id="14" name="Text 11"/>
          <p:cNvSpPr/>
          <p:nvPr/>
        </p:nvSpPr>
        <p:spPr>
          <a:xfrm>
            <a:off x="7436596" y="4050252"/>
            <a:ext cx="3351133" cy="305991"/>
          </a:xfrm>
          <a:prstGeom prst="rect">
            <a:avLst/>
          </a:prstGeom>
          <a:noFill/>
          <a:ln/>
        </p:spPr>
        <p:txBody>
          <a:bodyPr wrap="none" lIns="0" tIns="0" rIns="0" bIns="0" rtlCol="0" anchor="t"/>
          <a:lstStyle/>
          <a:p>
            <a:pPr marL="0" indent="0" algn="l">
              <a:lnSpc>
                <a:spcPts val="2400"/>
              </a:lnSpc>
              <a:buNone/>
            </a:pPr>
            <a:r>
              <a:rPr lang="en-US" sz="1900" dirty="0">
                <a:solidFill>
                  <a:srgbClr val="161613"/>
                </a:solidFill>
                <a:latin typeface="DM Sans Medium" pitchFamily="34" charset="0"/>
                <a:ea typeface="DM Sans Medium" pitchFamily="34" charset="-122"/>
                <a:cs typeface="DM Sans Medium" pitchFamily="34" charset="-120"/>
              </a:rPr>
              <a:t>Inadequate Support Systems</a:t>
            </a:r>
            <a:endParaRPr lang="en-US" sz="1900" dirty="0"/>
          </a:p>
        </p:txBody>
      </p:sp>
      <p:sp>
        <p:nvSpPr>
          <p:cNvPr id="15" name="Text 12"/>
          <p:cNvSpPr/>
          <p:nvPr/>
        </p:nvSpPr>
        <p:spPr>
          <a:xfrm>
            <a:off x="7436596" y="4473639"/>
            <a:ext cx="6094690" cy="940118"/>
          </a:xfrm>
          <a:prstGeom prst="rect">
            <a:avLst/>
          </a:prstGeom>
          <a:noFill/>
          <a:ln/>
        </p:spPr>
        <p:txBody>
          <a:bodyPr wrap="square" lIns="0" tIns="0" rIns="0" bIns="0" rtlCol="0" anchor="t"/>
          <a:lstStyle/>
          <a:p>
            <a:pPr marL="0" indent="0" algn="l">
              <a:lnSpc>
                <a:spcPts val="2450"/>
              </a:lnSpc>
              <a:buNone/>
            </a:pPr>
            <a:r>
              <a:rPr lang="en-US" sz="1500" dirty="0">
                <a:solidFill>
                  <a:srgbClr val="161613"/>
                </a:solidFill>
                <a:latin typeface="Inter" pitchFamily="34" charset="0"/>
                <a:ea typeface="Inter" pitchFamily="34" charset="-122"/>
                <a:cs typeface="Inter" pitchFamily="34" charset="-120"/>
              </a:rPr>
              <a:t>There is limited specific guidance for families and inadequate specialized teacher training or school support systems to handle learning differences.</a:t>
            </a:r>
            <a:endParaRPr lang="en-US" sz="1500" dirty="0"/>
          </a:p>
        </p:txBody>
      </p:sp>
      <p:grpSp>
        <p:nvGrpSpPr>
          <p:cNvPr id="19" name="Group 18">
            <a:extLst>
              <a:ext uri="{FF2B5EF4-FFF2-40B4-BE49-F238E27FC236}">
                <a16:creationId xmlns:a16="http://schemas.microsoft.com/office/drawing/2014/main" id="{910F6E36-2085-B8BF-B86A-2E4B21F83E1B}"/>
              </a:ext>
            </a:extLst>
          </p:cNvPr>
          <p:cNvGrpSpPr/>
          <p:nvPr/>
        </p:nvGrpSpPr>
        <p:grpSpPr>
          <a:xfrm>
            <a:off x="12941952" y="7822680"/>
            <a:ext cx="1514160" cy="248400"/>
            <a:chOff x="12941952" y="7822680"/>
            <a:chExt cx="1514160" cy="248400"/>
          </a:xfrm>
        </p:grpSpPr>
        <mc:AlternateContent xmlns:mc="http://schemas.openxmlformats.org/markup-compatibility/2006">
          <mc:Choice xmlns:p14="http://schemas.microsoft.com/office/powerpoint/2010/main" Requires="p14">
            <p:contentPart p14:bwMode="auto" r:id="rId3">
              <p14:nvContentPartPr>
                <p14:cNvPr id="16" name="Ink 15">
                  <a:extLst>
                    <a:ext uri="{FF2B5EF4-FFF2-40B4-BE49-F238E27FC236}">
                      <a16:creationId xmlns:a16="http://schemas.microsoft.com/office/drawing/2014/main" id="{CFF26D10-1FA2-6093-11C1-47AC4BEE8029}"/>
                    </a:ext>
                  </a:extLst>
                </p14:cNvPr>
                <p14:cNvContentPartPr/>
                <p14:nvPr/>
              </p14:nvContentPartPr>
              <p14:xfrm>
                <a:off x="12950232" y="7835280"/>
                <a:ext cx="1505880" cy="235800"/>
              </p14:xfrm>
            </p:contentPart>
          </mc:Choice>
          <mc:Fallback>
            <p:pic>
              <p:nvPicPr>
                <p:cNvPr id="16" name="Ink 15">
                  <a:extLst>
                    <a:ext uri="{FF2B5EF4-FFF2-40B4-BE49-F238E27FC236}">
                      <a16:creationId xmlns:a16="http://schemas.microsoft.com/office/drawing/2014/main" id="{CFF26D10-1FA2-6093-11C1-47AC4BEE8029}"/>
                    </a:ext>
                  </a:extLst>
                </p:cNvPr>
                <p:cNvPicPr/>
                <p:nvPr/>
              </p:nvPicPr>
              <p:blipFill>
                <a:blip r:embed="rId4"/>
                <a:stretch>
                  <a:fillRect/>
                </a:stretch>
              </p:blipFill>
              <p:spPr>
                <a:xfrm>
                  <a:off x="12887592" y="7772640"/>
                  <a:ext cx="1631520" cy="3614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7" name="Ink 16">
                  <a:extLst>
                    <a:ext uri="{FF2B5EF4-FFF2-40B4-BE49-F238E27FC236}">
                      <a16:creationId xmlns:a16="http://schemas.microsoft.com/office/drawing/2014/main" id="{46D5EC17-A212-CE6C-304A-57EB8D6C9435}"/>
                    </a:ext>
                  </a:extLst>
                </p14:cNvPr>
                <p14:cNvContentPartPr/>
                <p14:nvPr/>
              </p14:nvContentPartPr>
              <p14:xfrm>
                <a:off x="12941952" y="7822680"/>
                <a:ext cx="221760" cy="73800"/>
              </p14:xfrm>
            </p:contentPart>
          </mc:Choice>
          <mc:Fallback>
            <p:pic>
              <p:nvPicPr>
                <p:cNvPr id="17" name="Ink 16">
                  <a:extLst>
                    <a:ext uri="{FF2B5EF4-FFF2-40B4-BE49-F238E27FC236}">
                      <a16:creationId xmlns:a16="http://schemas.microsoft.com/office/drawing/2014/main" id="{46D5EC17-A212-CE6C-304A-57EB8D6C9435}"/>
                    </a:ext>
                  </a:extLst>
                </p:cNvPr>
                <p:cNvPicPr/>
                <p:nvPr/>
              </p:nvPicPr>
              <p:blipFill>
                <a:blip r:embed="rId6"/>
                <a:stretch>
                  <a:fillRect/>
                </a:stretch>
              </p:blipFill>
              <p:spPr>
                <a:xfrm>
                  <a:off x="12879312" y="7760040"/>
                  <a:ext cx="347400" cy="199440"/>
                </a:xfrm>
                <a:prstGeom prst="rect">
                  <a:avLst/>
                </a:prstGeom>
              </p:spPr>
            </p:pic>
          </mc:Fallback>
        </mc:AlternateContent>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75561" y="586621"/>
            <a:ext cx="12516564" cy="603171"/>
          </a:xfrm>
          <a:prstGeom prst="rect">
            <a:avLst/>
          </a:prstGeom>
          <a:noFill/>
          <a:ln/>
        </p:spPr>
        <p:txBody>
          <a:bodyPr wrap="none" lIns="0" tIns="0" rIns="0" bIns="0" rtlCol="0" anchor="t"/>
          <a:lstStyle/>
          <a:p>
            <a:pPr marL="0" indent="0" algn="l">
              <a:lnSpc>
                <a:spcPts val="4700"/>
              </a:lnSpc>
              <a:buNone/>
            </a:pPr>
            <a:r>
              <a:rPr lang="en-US" sz="3750" dirty="0">
                <a:solidFill>
                  <a:srgbClr val="161613"/>
                </a:solidFill>
                <a:latin typeface="DM Sans Medium" pitchFamily="34" charset="0"/>
                <a:ea typeface="DM Sans Medium" pitchFamily="34" charset="-122"/>
                <a:cs typeface="DM Sans Medium" pitchFamily="34" charset="-120"/>
              </a:rPr>
              <a:t>Literature Review: Identifying Gaps in Current Research</a:t>
            </a:r>
            <a:endParaRPr lang="en-US" sz="3750" dirty="0"/>
          </a:p>
        </p:txBody>
      </p:sp>
      <p:sp>
        <p:nvSpPr>
          <p:cNvPr id="3" name="Text 1"/>
          <p:cNvSpPr/>
          <p:nvPr/>
        </p:nvSpPr>
        <p:spPr>
          <a:xfrm>
            <a:off x="675561" y="1575792"/>
            <a:ext cx="13279279" cy="308729"/>
          </a:xfrm>
          <a:prstGeom prst="rect">
            <a:avLst/>
          </a:prstGeom>
          <a:noFill/>
          <a:ln/>
        </p:spPr>
        <p:txBody>
          <a:bodyPr wrap="none" lIns="0" tIns="0" rIns="0" bIns="0" rtlCol="0" anchor="t"/>
          <a:lstStyle/>
          <a:p>
            <a:pPr marL="0" indent="0" algn="l">
              <a:lnSpc>
                <a:spcPts val="2400"/>
              </a:lnSpc>
              <a:buNone/>
            </a:pPr>
            <a:r>
              <a:rPr lang="en-US" sz="1500" dirty="0">
                <a:solidFill>
                  <a:srgbClr val="161613"/>
                </a:solidFill>
                <a:latin typeface="Inter" pitchFamily="34" charset="0"/>
                <a:ea typeface="Inter" pitchFamily="34" charset="-122"/>
                <a:cs typeface="Inter" pitchFamily="34" charset="-120"/>
              </a:rPr>
              <a:t>Our solution builds upon existing foundational research while directly addressing limitations in digital screening and intervention.</a:t>
            </a:r>
            <a:endParaRPr lang="en-US" sz="1500" dirty="0"/>
          </a:p>
        </p:txBody>
      </p:sp>
      <p:sp>
        <p:nvSpPr>
          <p:cNvPr id="4" name="Shape 2"/>
          <p:cNvSpPr/>
          <p:nvPr/>
        </p:nvSpPr>
        <p:spPr>
          <a:xfrm>
            <a:off x="675561" y="2101572"/>
            <a:ext cx="13279279" cy="4706779"/>
          </a:xfrm>
          <a:prstGeom prst="roundRect">
            <a:avLst>
              <a:gd name="adj" fmla="val 615"/>
            </a:avLst>
          </a:prstGeom>
          <a:noFill/>
          <a:ln w="7620">
            <a:solidFill>
              <a:srgbClr val="000000">
                <a:alpha val="8000"/>
              </a:srgbClr>
            </a:solidFill>
            <a:prstDash val="solid"/>
          </a:ln>
        </p:spPr>
        <p:txBody>
          <a:bodyPr/>
          <a:lstStyle/>
          <a:p>
            <a:endParaRPr lang="en-US"/>
          </a:p>
        </p:txBody>
      </p:sp>
      <p:sp>
        <p:nvSpPr>
          <p:cNvPr id="5" name="Shape 3"/>
          <p:cNvSpPr/>
          <p:nvPr/>
        </p:nvSpPr>
        <p:spPr>
          <a:xfrm>
            <a:off x="683181" y="2109192"/>
            <a:ext cx="13264039" cy="1172885"/>
          </a:xfrm>
          <a:prstGeom prst="rect">
            <a:avLst/>
          </a:prstGeom>
          <a:solidFill>
            <a:srgbClr val="FFFFFF">
              <a:alpha val="4000"/>
            </a:srgbClr>
          </a:solidFill>
          <a:ln/>
        </p:spPr>
        <p:txBody>
          <a:bodyPr/>
          <a:lstStyle/>
          <a:p>
            <a:endParaRPr lang="en-US"/>
          </a:p>
        </p:txBody>
      </p:sp>
      <p:sp>
        <p:nvSpPr>
          <p:cNvPr id="6" name="Text 4"/>
          <p:cNvSpPr/>
          <p:nvPr/>
        </p:nvSpPr>
        <p:spPr>
          <a:xfrm>
            <a:off x="876657" y="2232541"/>
            <a:ext cx="2262902" cy="617458"/>
          </a:xfrm>
          <a:prstGeom prst="rect">
            <a:avLst/>
          </a:prstGeom>
          <a:noFill/>
          <a:ln/>
        </p:spPr>
        <p:txBody>
          <a:bodyPr wrap="square" lIns="0" tIns="0" rIns="0" bIns="0" rtlCol="0" anchor="t"/>
          <a:lstStyle/>
          <a:p>
            <a:pPr marL="0" indent="0" algn="l">
              <a:lnSpc>
                <a:spcPts val="2400"/>
              </a:lnSpc>
              <a:buNone/>
            </a:pPr>
            <a:r>
              <a:rPr lang="en-US" sz="1500" dirty="0">
                <a:solidFill>
                  <a:srgbClr val="161613"/>
                </a:solidFill>
                <a:latin typeface="Inter" pitchFamily="34" charset="0"/>
                <a:ea typeface="Inter" pitchFamily="34" charset="-122"/>
                <a:cs typeface="Inter" pitchFamily="34" charset="-120"/>
              </a:rPr>
              <a:t>Early Identification of Dyslexia</a:t>
            </a:r>
            <a:endParaRPr lang="en-US" sz="1500" dirty="0"/>
          </a:p>
        </p:txBody>
      </p:sp>
      <p:sp>
        <p:nvSpPr>
          <p:cNvPr id="7" name="Text 5"/>
          <p:cNvSpPr/>
          <p:nvPr/>
        </p:nvSpPr>
        <p:spPr>
          <a:xfrm>
            <a:off x="3533180" y="2232541"/>
            <a:ext cx="2259092" cy="308729"/>
          </a:xfrm>
          <a:prstGeom prst="rect">
            <a:avLst/>
          </a:prstGeom>
          <a:noFill/>
          <a:ln/>
        </p:spPr>
        <p:txBody>
          <a:bodyPr wrap="none" lIns="0" tIns="0" rIns="0" bIns="0" rtlCol="0" anchor="t"/>
          <a:lstStyle/>
          <a:p>
            <a:pPr marL="0" indent="0" algn="l">
              <a:lnSpc>
                <a:spcPts val="2400"/>
              </a:lnSpc>
              <a:buNone/>
            </a:pPr>
            <a:r>
              <a:rPr lang="en-US" sz="1500" dirty="0">
                <a:solidFill>
                  <a:srgbClr val="161613"/>
                </a:solidFill>
                <a:latin typeface="Inter" pitchFamily="34" charset="0"/>
                <a:ea typeface="Inter" pitchFamily="34" charset="-122"/>
                <a:cs typeface="Inter" pitchFamily="34" charset="-120"/>
              </a:rPr>
              <a:t>Educational Psychology</a:t>
            </a:r>
            <a:endParaRPr lang="en-US" sz="1500" dirty="0"/>
          </a:p>
        </p:txBody>
      </p:sp>
      <p:sp>
        <p:nvSpPr>
          <p:cNvPr id="8" name="Text 6"/>
          <p:cNvSpPr/>
          <p:nvPr/>
        </p:nvSpPr>
        <p:spPr>
          <a:xfrm>
            <a:off x="6185892" y="2232541"/>
            <a:ext cx="2259092" cy="617458"/>
          </a:xfrm>
          <a:prstGeom prst="rect">
            <a:avLst/>
          </a:prstGeom>
          <a:noFill/>
          <a:ln/>
        </p:spPr>
        <p:txBody>
          <a:bodyPr wrap="square" lIns="0" tIns="0" rIns="0" bIns="0" rtlCol="0" anchor="t"/>
          <a:lstStyle/>
          <a:p>
            <a:pPr marL="0" indent="0" algn="l">
              <a:lnSpc>
                <a:spcPts val="2400"/>
              </a:lnSpc>
              <a:buNone/>
            </a:pPr>
            <a:r>
              <a:rPr lang="en-US" sz="1500" dirty="0">
                <a:solidFill>
                  <a:srgbClr val="161613"/>
                </a:solidFill>
                <a:latin typeface="Inter" pitchFamily="34" charset="0"/>
                <a:ea typeface="Inter" pitchFamily="34" charset="-122"/>
                <a:cs typeface="Inter" pitchFamily="34" charset="-120"/>
              </a:rPr>
              <a:t>Reviews need for screening</a:t>
            </a:r>
            <a:endParaRPr lang="en-US" sz="1500" dirty="0"/>
          </a:p>
        </p:txBody>
      </p:sp>
      <p:sp>
        <p:nvSpPr>
          <p:cNvPr id="9" name="Text 7"/>
          <p:cNvSpPr/>
          <p:nvPr/>
        </p:nvSpPr>
        <p:spPr>
          <a:xfrm>
            <a:off x="8838605" y="2232541"/>
            <a:ext cx="2259092" cy="308729"/>
          </a:xfrm>
          <a:prstGeom prst="rect">
            <a:avLst/>
          </a:prstGeom>
          <a:noFill/>
          <a:ln/>
        </p:spPr>
        <p:txBody>
          <a:bodyPr wrap="none" lIns="0" tIns="0" rIns="0" bIns="0" rtlCol="0" anchor="t"/>
          <a:lstStyle/>
          <a:p>
            <a:pPr marL="0" indent="0" algn="l">
              <a:lnSpc>
                <a:spcPts val="2400"/>
              </a:lnSpc>
              <a:buNone/>
            </a:pPr>
            <a:r>
              <a:rPr lang="en-US" sz="1500" dirty="0">
                <a:solidFill>
                  <a:srgbClr val="161613"/>
                </a:solidFill>
                <a:latin typeface="Inter" pitchFamily="34" charset="0"/>
                <a:ea typeface="Inter" pitchFamily="34" charset="-122"/>
                <a:cs typeface="Inter" pitchFamily="34" charset="-120"/>
              </a:rPr>
              <a:t>Qualitative</a:t>
            </a:r>
            <a:endParaRPr lang="en-US" sz="1500" dirty="0"/>
          </a:p>
        </p:txBody>
      </p:sp>
      <p:sp>
        <p:nvSpPr>
          <p:cNvPr id="10" name="Text 8"/>
          <p:cNvSpPr/>
          <p:nvPr/>
        </p:nvSpPr>
        <p:spPr>
          <a:xfrm>
            <a:off x="11491317" y="2232541"/>
            <a:ext cx="2262902" cy="926187"/>
          </a:xfrm>
          <a:prstGeom prst="rect">
            <a:avLst/>
          </a:prstGeom>
          <a:noFill/>
          <a:ln/>
        </p:spPr>
        <p:txBody>
          <a:bodyPr wrap="square" lIns="0" tIns="0" rIns="0" bIns="0" rtlCol="0" anchor="t"/>
          <a:lstStyle/>
          <a:p>
            <a:pPr marL="0" indent="0" algn="l">
              <a:lnSpc>
                <a:spcPts val="2400"/>
              </a:lnSpc>
              <a:buNone/>
            </a:pPr>
            <a:r>
              <a:rPr lang="en-US" sz="1500" dirty="0">
                <a:solidFill>
                  <a:srgbClr val="161613"/>
                </a:solidFill>
                <a:latin typeface="Inter" pitchFamily="34" charset="0"/>
                <a:ea typeface="Inter" pitchFamily="34" charset="-122"/>
                <a:cs typeface="Inter" pitchFamily="34" charset="-120"/>
              </a:rPr>
              <a:t>Lack of universal, easy-to-use early screening tools.</a:t>
            </a:r>
            <a:endParaRPr lang="en-US" sz="1500" dirty="0"/>
          </a:p>
        </p:txBody>
      </p:sp>
      <p:sp>
        <p:nvSpPr>
          <p:cNvPr id="11" name="Shape 9"/>
          <p:cNvSpPr/>
          <p:nvPr/>
        </p:nvSpPr>
        <p:spPr>
          <a:xfrm>
            <a:off x="683181" y="3282077"/>
            <a:ext cx="13264039" cy="1172885"/>
          </a:xfrm>
          <a:prstGeom prst="rect">
            <a:avLst/>
          </a:prstGeom>
          <a:solidFill>
            <a:srgbClr val="000000">
              <a:alpha val="4000"/>
            </a:srgbClr>
          </a:solidFill>
          <a:ln/>
        </p:spPr>
        <p:txBody>
          <a:bodyPr/>
          <a:lstStyle/>
          <a:p>
            <a:endParaRPr lang="en-US"/>
          </a:p>
        </p:txBody>
      </p:sp>
      <p:sp>
        <p:nvSpPr>
          <p:cNvPr id="12" name="Text 10"/>
          <p:cNvSpPr/>
          <p:nvPr/>
        </p:nvSpPr>
        <p:spPr>
          <a:xfrm>
            <a:off x="876657" y="3405426"/>
            <a:ext cx="2262902" cy="308729"/>
          </a:xfrm>
          <a:prstGeom prst="rect">
            <a:avLst/>
          </a:prstGeom>
          <a:noFill/>
          <a:ln/>
        </p:spPr>
        <p:txBody>
          <a:bodyPr wrap="none" lIns="0" tIns="0" rIns="0" bIns="0" rtlCol="0" anchor="t"/>
          <a:lstStyle/>
          <a:p>
            <a:pPr marL="0" indent="0" algn="l">
              <a:lnSpc>
                <a:spcPts val="2400"/>
              </a:lnSpc>
              <a:buNone/>
            </a:pPr>
            <a:r>
              <a:rPr lang="en-US" sz="1500" dirty="0">
                <a:solidFill>
                  <a:srgbClr val="161613"/>
                </a:solidFill>
                <a:latin typeface="Inter" pitchFamily="34" charset="0"/>
                <a:ea typeface="Inter" pitchFamily="34" charset="-122"/>
                <a:cs typeface="Inter" pitchFamily="34" charset="-120"/>
              </a:rPr>
              <a:t>Spelling Comparisons</a:t>
            </a:r>
            <a:endParaRPr lang="en-US" sz="1500" dirty="0"/>
          </a:p>
        </p:txBody>
      </p:sp>
      <p:sp>
        <p:nvSpPr>
          <p:cNvPr id="13" name="Text 11"/>
          <p:cNvSpPr/>
          <p:nvPr/>
        </p:nvSpPr>
        <p:spPr>
          <a:xfrm>
            <a:off x="3533180" y="3405426"/>
            <a:ext cx="2259092" cy="308729"/>
          </a:xfrm>
          <a:prstGeom prst="rect">
            <a:avLst/>
          </a:prstGeom>
          <a:noFill/>
          <a:ln/>
        </p:spPr>
        <p:txBody>
          <a:bodyPr wrap="none" lIns="0" tIns="0" rIns="0" bIns="0" rtlCol="0" anchor="t"/>
          <a:lstStyle/>
          <a:p>
            <a:pPr marL="0" indent="0" algn="l">
              <a:lnSpc>
                <a:spcPts val="2400"/>
              </a:lnSpc>
              <a:buNone/>
            </a:pPr>
            <a:r>
              <a:rPr lang="en-US" sz="1500" dirty="0">
                <a:solidFill>
                  <a:srgbClr val="161613"/>
                </a:solidFill>
                <a:latin typeface="Inter" pitchFamily="34" charset="0"/>
                <a:ea typeface="Inter" pitchFamily="34" charset="-122"/>
                <a:cs typeface="Inter" pitchFamily="34" charset="-120"/>
              </a:rPr>
              <a:t>Learning Disabilities</a:t>
            </a:r>
            <a:endParaRPr lang="en-US" sz="1500" dirty="0"/>
          </a:p>
        </p:txBody>
      </p:sp>
      <p:sp>
        <p:nvSpPr>
          <p:cNvPr id="14" name="Text 12"/>
          <p:cNvSpPr/>
          <p:nvPr/>
        </p:nvSpPr>
        <p:spPr>
          <a:xfrm>
            <a:off x="6185892" y="3405426"/>
            <a:ext cx="2259092" cy="617458"/>
          </a:xfrm>
          <a:prstGeom prst="rect">
            <a:avLst/>
          </a:prstGeom>
          <a:noFill/>
          <a:ln/>
        </p:spPr>
        <p:txBody>
          <a:bodyPr wrap="square" lIns="0" tIns="0" rIns="0" bIns="0" rtlCol="0" anchor="t"/>
          <a:lstStyle/>
          <a:p>
            <a:pPr marL="0" indent="0" algn="l">
              <a:lnSpc>
                <a:spcPts val="2400"/>
              </a:lnSpc>
              <a:buNone/>
            </a:pPr>
            <a:r>
              <a:rPr lang="en-US" sz="1500" dirty="0">
                <a:solidFill>
                  <a:srgbClr val="161613"/>
                </a:solidFill>
                <a:latin typeface="Inter" pitchFamily="34" charset="0"/>
                <a:ea typeface="Inter" pitchFamily="34" charset="-122"/>
                <a:cs typeface="Inter" pitchFamily="34" charset="-120"/>
              </a:rPr>
              <a:t>Compares spelling errors for diagnosis</a:t>
            </a:r>
            <a:endParaRPr lang="en-US" sz="1500" dirty="0"/>
          </a:p>
        </p:txBody>
      </p:sp>
      <p:sp>
        <p:nvSpPr>
          <p:cNvPr id="15" name="Text 13"/>
          <p:cNvSpPr/>
          <p:nvPr/>
        </p:nvSpPr>
        <p:spPr>
          <a:xfrm>
            <a:off x="8838605" y="3405426"/>
            <a:ext cx="2259092" cy="308729"/>
          </a:xfrm>
          <a:prstGeom prst="rect">
            <a:avLst/>
          </a:prstGeom>
          <a:noFill/>
          <a:ln/>
        </p:spPr>
        <p:txBody>
          <a:bodyPr wrap="none" lIns="0" tIns="0" rIns="0" bIns="0" rtlCol="0" anchor="t"/>
          <a:lstStyle/>
          <a:p>
            <a:pPr marL="0" indent="0" algn="l">
              <a:lnSpc>
                <a:spcPts val="2400"/>
              </a:lnSpc>
              <a:buNone/>
            </a:pPr>
            <a:r>
              <a:rPr lang="en-US" sz="1500" dirty="0">
                <a:solidFill>
                  <a:srgbClr val="161613"/>
                </a:solidFill>
                <a:latin typeface="Inter" pitchFamily="34" charset="0"/>
                <a:ea typeface="Inter" pitchFamily="34" charset="-122"/>
                <a:cs typeface="Inter" pitchFamily="34" charset="-120"/>
              </a:rPr>
              <a:t>Qualitative patterns</a:t>
            </a:r>
            <a:endParaRPr lang="en-US" sz="1500" dirty="0"/>
          </a:p>
        </p:txBody>
      </p:sp>
      <p:sp>
        <p:nvSpPr>
          <p:cNvPr id="16" name="Text 14"/>
          <p:cNvSpPr/>
          <p:nvPr/>
        </p:nvSpPr>
        <p:spPr>
          <a:xfrm>
            <a:off x="11491317" y="3405426"/>
            <a:ext cx="2262902" cy="926187"/>
          </a:xfrm>
          <a:prstGeom prst="rect">
            <a:avLst/>
          </a:prstGeom>
          <a:noFill/>
          <a:ln/>
        </p:spPr>
        <p:txBody>
          <a:bodyPr wrap="square" lIns="0" tIns="0" rIns="0" bIns="0" rtlCol="0" anchor="t"/>
          <a:lstStyle/>
          <a:p>
            <a:pPr marL="0" indent="0" algn="l">
              <a:lnSpc>
                <a:spcPts val="2400"/>
              </a:lnSpc>
              <a:buNone/>
            </a:pPr>
            <a:r>
              <a:rPr lang="en-US" sz="1500" dirty="0">
                <a:solidFill>
                  <a:srgbClr val="161613"/>
                </a:solidFill>
                <a:latin typeface="Inter" pitchFamily="34" charset="0"/>
                <a:ea typeface="Inter" pitchFamily="34" charset="-122"/>
                <a:cs typeface="Inter" pitchFamily="34" charset="-120"/>
              </a:rPr>
              <a:t>Limited use of spelling analysis in digital screening.</a:t>
            </a:r>
            <a:endParaRPr lang="en-US" sz="1500" dirty="0"/>
          </a:p>
        </p:txBody>
      </p:sp>
      <p:sp>
        <p:nvSpPr>
          <p:cNvPr id="17" name="Shape 15"/>
          <p:cNvSpPr/>
          <p:nvPr/>
        </p:nvSpPr>
        <p:spPr>
          <a:xfrm>
            <a:off x="683181" y="4454962"/>
            <a:ext cx="13264039" cy="1172885"/>
          </a:xfrm>
          <a:prstGeom prst="rect">
            <a:avLst/>
          </a:prstGeom>
          <a:solidFill>
            <a:srgbClr val="FFFFFF">
              <a:alpha val="4000"/>
            </a:srgbClr>
          </a:solidFill>
          <a:ln/>
        </p:spPr>
        <p:txBody>
          <a:bodyPr/>
          <a:lstStyle/>
          <a:p>
            <a:endParaRPr lang="en-US"/>
          </a:p>
        </p:txBody>
      </p:sp>
      <p:sp>
        <p:nvSpPr>
          <p:cNvPr id="18" name="Text 16"/>
          <p:cNvSpPr/>
          <p:nvPr/>
        </p:nvSpPr>
        <p:spPr>
          <a:xfrm>
            <a:off x="876657" y="4578310"/>
            <a:ext cx="2262902" cy="617458"/>
          </a:xfrm>
          <a:prstGeom prst="rect">
            <a:avLst/>
          </a:prstGeom>
          <a:noFill/>
          <a:ln/>
        </p:spPr>
        <p:txBody>
          <a:bodyPr wrap="square" lIns="0" tIns="0" rIns="0" bIns="0" rtlCol="0" anchor="t"/>
          <a:lstStyle/>
          <a:p>
            <a:pPr marL="0" indent="0" algn="l">
              <a:lnSpc>
                <a:spcPts val="2400"/>
              </a:lnSpc>
              <a:buNone/>
            </a:pPr>
            <a:r>
              <a:rPr lang="en-US" sz="1500" dirty="0">
                <a:solidFill>
                  <a:srgbClr val="161613"/>
                </a:solidFill>
                <a:latin typeface="Inter" pitchFamily="34" charset="0"/>
                <a:ea typeface="Inter" pitchFamily="34" charset="-122"/>
                <a:cs typeface="Inter" pitchFamily="34" charset="-120"/>
              </a:rPr>
              <a:t>Multimodal Analysis (2025)</a:t>
            </a:r>
            <a:endParaRPr lang="en-US" sz="1500" dirty="0"/>
          </a:p>
        </p:txBody>
      </p:sp>
      <p:sp>
        <p:nvSpPr>
          <p:cNvPr id="19" name="Text 17"/>
          <p:cNvSpPr/>
          <p:nvPr/>
        </p:nvSpPr>
        <p:spPr>
          <a:xfrm>
            <a:off x="3533180" y="4578310"/>
            <a:ext cx="2259092" cy="308729"/>
          </a:xfrm>
          <a:prstGeom prst="rect">
            <a:avLst/>
          </a:prstGeom>
          <a:noFill/>
          <a:ln/>
        </p:spPr>
        <p:txBody>
          <a:bodyPr wrap="none" lIns="0" tIns="0" rIns="0" bIns="0" rtlCol="0" anchor="t"/>
          <a:lstStyle/>
          <a:p>
            <a:pPr marL="0" indent="0" algn="l">
              <a:lnSpc>
                <a:spcPts val="2400"/>
              </a:lnSpc>
              <a:buNone/>
            </a:pPr>
            <a:r>
              <a:rPr lang="en-US" sz="1500" dirty="0">
                <a:solidFill>
                  <a:srgbClr val="161613"/>
                </a:solidFill>
                <a:latin typeface="Inter" pitchFamily="34" charset="0"/>
                <a:ea typeface="Inter" pitchFamily="34" charset="-122"/>
                <a:cs typeface="Inter" pitchFamily="34" charset="-120"/>
              </a:rPr>
              <a:t>AI/Ed Tech</a:t>
            </a:r>
            <a:endParaRPr lang="en-US" sz="1500" dirty="0"/>
          </a:p>
        </p:txBody>
      </p:sp>
      <p:sp>
        <p:nvSpPr>
          <p:cNvPr id="20" name="Text 18"/>
          <p:cNvSpPr/>
          <p:nvPr/>
        </p:nvSpPr>
        <p:spPr>
          <a:xfrm>
            <a:off x="6185892" y="4578310"/>
            <a:ext cx="2259092" cy="617458"/>
          </a:xfrm>
          <a:prstGeom prst="rect">
            <a:avLst/>
          </a:prstGeom>
          <a:noFill/>
          <a:ln/>
        </p:spPr>
        <p:txBody>
          <a:bodyPr wrap="square" lIns="0" tIns="0" rIns="0" bIns="0" rtlCol="0" anchor="t"/>
          <a:lstStyle/>
          <a:p>
            <a:pPr marL="0" indent="0" algn="l">
              <a:lnSpc>
                <a:spcPts val="2400"/>
              </a:lnSpc>
              <a:buNone/>
            </a:pPr>
            <a:r>
              <a:rPr lang="en-US" sz="1500" dirty="0">
                <a:solidFill>
                  <a:srgbClr val="161613"/>
                </a:solidFill>
                <a:latin typeface="Inter" pitchFamily="34" charset="0"/>
                <a:ea typeface="Inter" pitchFamily="34" charset="-122"/>
                <a:cs typeface="Inter" pitchFamily="34" charset="-120"/>
              </a:rPr>
              <a:t>Uses behavioral and linguistic markers</a:t>
            </a:r>
            <a:endParaRPr lang="en-US" sz="1500" dirty="0"/>
          </a:p>
        </p:txBody>
      </p:sp>
      <p:sp>
        <p:nvSpPr>
          <p:cNvPr id="21" name="Text 19"/>
          <p:cNvSpPr/>
          <p:nvPr/>
        </p:nvSpPr>
        <p:spPr>
          <a:xfrm>
            <a:off x="8838605" y="4578310"/>
            <a:ext cx="2259092" cy="308729"/>
          </a:xfrm>
          <a:prstGeom prst="rect">
            <a:avLst/>
          </a:prstGeom>
          <a:noFill/>
          <a:ln/>
        </p:spPr>
        <p:txBody>
          <a:bodyPr wrap="none" lIns="0" tIns="0" rIns="0" bIns="0" rtlCol="0" anchor="t"/>
          <a:lstStyle/>
          <a:p>
            <a:pPr marL="0" indent="0" algn="l">
              <a:lnSpc>
                <a:spcPts val="2400"/>
              </a:lnSpc>
              <a:buNone/>
            </a:pPr>
            <a:r>
              <a:rPr lang="en-US" sz="1500" dirty="0">
                <a:solidFill>
                  <a:srgbClr val="161613"/>
                </a:solidFill>
                <a:latin typeface="Inter" pitchFamily="34" charset="0"/>
                <a:ea typeface="Inter" pitchFamily="34" charset="-122"/>
                <a:cs typeface="Inter" pitchFamily="34" charset="-120"/>
              </a:rPr>
              <a:t>F1-score 0.93</a:t>
            </a:r>
            <a:endParaRPr lang="en-US" sz="1500" dirty="0"/>
          </a:p>
        </p:txBody>
      </p:sp>
      <p:sp>
        <p:nvSpPr>
          <p:cNvPr id="22" name="Text 20"/>
          <p:cNvSpPr/>
          <p:nvPr/>
        </p:nvSpPr>
        <p:spPr>
          <a:xfrm>
            <a:off x="11491317" y="4578310"/>
            <a:ext cx="2262902" cy="926187"/>
          </a:xfrm>
          <a:prstGeom prst="rect">
            <a:avLst/>
          </a:prstGeom>
          <a:noFill/>
          <a:ln/>
        </p:spPr>
        <p:txBody>
          <a:bodyPr wrap="square" lIns="0" tIns="0" rIns="0" bIns="0" rtlCol="0" anchor="t"/>
          <a:lstStyle/>
          <a:p>
            <a:pPr marL="0" indent="0" algn="l">
              <a:lnSpc>
                <a:spcPts val="2400"/>
              </a:lnSpc>
              <a:buNone/>
            </a:pPr>
            <a:r>
              <a:rPr lang="en-US" sz="1500" dirty="0">
                <a:solidFill>
                  <a:srgbClr val="161613"/>
                </a:solidFill>
                <a:latin typeface="Inter" pitchFamily="34" charset="0"/>
                <a:ea typeface="Inter" pitchFamily="34" charset="-122"/>
                <a:cs typeface="Inter" pitchFamily="34" charset="-120"/>
              </a:rPr>
              <a:t>Needs larger datasets and real-world validation.</a:t>
            </a:r>
            <a:endParaRPr lang="en-US" sz="1500" dirty="0"/>
          </a:p>
        </p:txBody>
      </p:sp>
      <p:sp>
        <p:nvSpPr>
          <p:cNvPr id="23" name="Shape 21"/>
          <p:cNvSpPr/>
          <p:nvPr/>
        </p:nvSpPr>
        <p:spPr>
          <a:xfrm>
            <a:off x="683181" y="5627846"/>
            <a:ext cx="13264039" cy="1172885"/>
          </a:xfrm>
          <a:prstGeom prst="rect">
            <a:avLst/>
          </a:prstGeom>
          <a:solidFill>
            <a:srgbClr val="000000">
              <a:alpha val="4000"/>
            </a:srgbClr>
          </a:solidFill>
          <a:ln/>
        </p:spPr>
        <p:txBody>
          <a:bodyPr/>
          <a:lstStyle/>
          <a:p>
            <a:endParaRPr lang="en-US"/>
          </a:p>
        </p:txBody>
      </p:sp>
      <p:sp>
        <p:nvSpPr>
          <p:cNvPr id="24" name="Text 22"/>
          <p:cNvSpPr/>
          <p:nvPr/>
        </p:nvSpPr>
        <p:spPr>
          <a:xfrm>
            <a:off x="876657" y="5751195"/>
            <a:ext cx="2262902" cy="617458"/>
          </a:xfrm>
          <a:prstGeom prst="rect">
            <a:avLst/>
          </a:prstGeom>
          <a:noFill/>
          <a:ln/>
        </p:spPr>
        <p:txBody>
          <a:bodyPr wrap="square" lIns="0" tIns="0" rIns="0" bIns="0" rtlCol="0" anchor="t"/>
          <a:lstStyle/>
          <a:p>
            <a:pPr marL="0" indent="0" algn="l">
              <a:lnSpc>
                <a:spcPts val="2400"/>
              </a:lnSpc>
              <a:buNone/>
            </a:pPr>
            <a:r>
              <a:rPr lang="en-US" sz="1500" dirty="0">
                <a:solidFill>
                  <a:srgbClr val="161613"/>
                </a:solidFill>
                <a:latin typeface="Inter" pitchFamily="34" charset="0"/>
                <a:ea typeface="Inter" pitchFamily="34" charset="-122"/>
                <a:cs typeface="Inter" pitchFamily="34" charset="-120"/>
              </a:rPr>
              <a:t>Orton-Gillingham Intervention</a:t>
            </a:r>
            <a:endParaRPr lang="en-US" sz="1500" dirty="0"/>
          </a:p>
        </p:txBody>
      </p:sp>
      <p:sp>
        <p:nvSpPr>
          <p:cNvPr id="25" name="Text 23"/>
          <p:cNvSpPr/>
          <p:nvPr/>
        </p:nvSpPr>
        <p:spPr>
          <a:xfrm>
            <a:off x="3533180" y="5751195"/>
            <a:ext cx="2259092" cy="308729"/>
          </a:xfrm>
          <a:prstGeom prst="rect">
            <a:avLst/>
          </a:prstGeom>
          <a:noFill/>
          <a:ln/>
        </p:spPr>
        <p:txBody>
          <a:bodyPr wrap="none" lIns="0" tIns="0" rIns="0" bIns="0" rtlCol="0" anchor="t"/>
          <a:lstStyle/>
          <a:p>
            <a:pPr marL="0" indent="0" algn="l">
              <a:lnSpc>
                <a:spcPts val="2400"/>
              </a:lnSpc>
              <a:buNone/>
            </a:pPr>
            <a:r>
              <a:rPr lang="en-US" sz="1500" dirty="0">
                <a:solidFill>
                  <a:srgbClr val="161613"/>
                </a:solidFill>
                <a:latin typeface="Inter" pitchFamily="34" charset="0"/>
                <a:ea typeface="Inter" pitchFamily="34" charset="-122"/>
                <a:cs typeface="Inter" pitchFamily="34" charset="-120"/>
              </a:rPr>
              <a:t>Intervention Studies</a:t>
            </a:r>
            <a:endParaRPr lang="en-US" sz="1500" dirty="0"/>
          </a:p>
        </p:txBody>
      </p:sp>
      <p:sp>
        <p:nvSpPr>
          <p:cNvPr id="26" name="Text 24"/>
          <p:cNvSpPr/>
          <p:nvPr/>
        </p:nvSpPr>
        <p:spPr>
          <a:xfrm>
            <a:off x="6185892" y="5751195"/>
            <a:ext cx="2259092" cy="617458"/>
          </a:xfrm>
          <a:prstGeom prst="rect">
            <a:avLst/>
          </a:prstGeom>
          <a:noFill/>
          <a:ln/>
        </p:spPr>
        <p:txBody>
          <a:bodyPr wrap="square" lIns="0" tIns="0" rIns="0" bIns="0" rtlCol="0" anchor="t"/>
          <a:lstStyle/>
          <a:p>
            <a:pPr marL="0" indent="0" algn="l">
              <a:lnSpc>
                <a:spcPts val="2400"/>
              </a:lnSpc>
              <a:buNone/>
            </a:pPr>
            <a:r>
              <a:rPr lang="en-US" sz="1500" dirty="0">
                <a:solidFill>
                  <a:srgbClr val="161613"/>
                </a:solidFill>
                <a:latin typeface="Inter" pitchFamily="34" charset="0"/>
                <a:ea typeface="Inter" pitchFamily="34" charset="-122"/>
                <a:cs typeface="Inter" pitchFamily="34" charset="-120"/>
              </a:rPr>
              <a:t>Reviews multisensory programs</a:t>
            </a:r>
            <a:endParaRPr lang="en-US" sz="1500" dirty="0"/>
          </a:p>
        </p:txBody>
      </p:sp>
      <p:sp>
        <p:nvSpPr>
          <p:cNvPr id="27" name="Text 25"/>
          <p:cNvSpPr/>
          <p:nvPr/>
        </p:nvSpPr>
        <p:spPr>
          <a:xfrm>
            <a:off x="8838605" y="5751195"/>
            <a:ext cx="2259092" cy="308729"/>
          </a:xfrm>
          <a:prstGeom prst="rect">
            <a:avLst/>
          </a:prstGeom>
          <a:noFill/>
          <a:ln/>
        </p:spPr>
        <p:txBody>
          <a:bodyPr wrap="none" lIns="0" tIns="0" rIns="0" bIns="0" rtlCol="0" anchor="t"/>
          <a:lstStyle/>
          <a:p>
            <a:pPr marL="0" indent="0" algn="l">
              <a:lnSpc>
                <a:spcPts val="2400"/>
              </a:lnSpc>
              <a:buNone/>
            </a:pPr>
            <a:r>
              <a:rPr lang="en-US" sz="1500" dirty="0">
                <a:solidFill>
                  <a:srgbClr val="161613"/>
                </a:solidFill>
                <a:latin typeface="Inter" pitchFamily="34" charset="0"/>
                <a:ea typeface="Inter" pitchFamily="34" charset="-122"/>
                <a:cs typeface="Inter" pitchFamily="34" charset="-120"/>
              </a:rPr>
              <a:t>Effect size 0.22 (small)</a:t>
            </a:r>
            <a:endParaRPr lang="en-US" sz="1500" dirty="0"/>
          </a:p>
        </p:txBody>
      </p:sp>
      <p:sp>
        <p:nvSpPr>
          <p:cNvPr id="28" name="Text 26"/>
          <p:cNvSpPr/>
          <p:nvPr/>
        </p:nvSpPr>
        <p:spPr>
          <a:xfrm>
            <a:off x="11491317" y="5751195"/>
            <a:ext cx="2262902" cy="926187"/>
          </a:xfrm>
          <a:prstGeom prst="rect">
            <a:avLst/>
          </a:prstGeom>
          <a:noFill/>
          <a:ln/>
        </p:spPr>
        <p:txBody>
          <a:bodyPr wrap="square" lIns="0" tIns="0" rIns="0" bIns="0" rtlCol="0" anchor="t"/>
          <a:lstStyle/>
          <a:p>
            <a:pPr marL="0" indent="0" algn="l">
              <a:lnSpc>
                <a:spcPts val="2400"/>
              </a:lnSpc>
              <a:buNone/>
            </a:pPr>
            <a:r>
              <a:rPr lang="en-US" sz="1500" dirty="0">
                <a:solidFill>
                  <a:srgbClr val="161613"/>
                </a:solidFill>
                <a:latin typeface="Inter" pitchFamily="34" charset="0"/>
                <a:ea typeface="Inter" pitchFamily="34" charset="-122"/>
                <a:cs typeface="Inter" pitchFamily="34" charset="-120"/>
              </a:rPr>
              <a:t>Mixed evidence; need for more robust validation.</a:t>
            </a:r>
            <a:endParaRPr lang="en-US" sz="1500" dirty="0"/>
          </a:p>
        </p:txBody>
      </p:sp>
      <p:grpSp>
        <p:nvGrpSpPr>
          <p:cNvPr id="36" name="Group 35">
            <a:extLst>
              <a:ext uri="{FF2B5EF4-FFF2-40B4-BE49-F238E27FC236}">
                <a16:creationId xmlns:a16="http://schemas.microsoft.com/office/drawing/2014/main" id="{927F2630-9455-EFC2-91A4-166BDB5644E0}"/>
              </a:ext>
            </a:extLst>
          </p:cNvPr>
          <p:cNvGrpSpPr/>
          <p:nvPr/>
        </p:nvGrpSpPr>
        <p:grpSpPr>
          <a:xfrm>
            <a:off x="12918192" y="7783440"/>
            <a:ext cx="1582560" cy="308520"/>
            <a:chOff x="12918192" y="7783440"/>
            <a:chExt cx="1582560" cy="308520"/>
          </a:xfrm>
        </p:grpSpPr>
        <mc:AlternateContent xmlns:mc="http://schemas.openxmlformats.org/markup-compatibility/2006">
          <mc:Choice xmlns:p14="http://schemas.microsoft.com/office/powerpoint/2010/main" Requires="p14">
            <p:contentPart p14:bwMode="auto" r:id="rId3">
              <p14:nvContentPartPr>
                <p14:cNvPr id="30" name="Ink 29">
                  <a:extLst>
                    <a:ext uri="{FF2B5EF4-FFF2-40B4-BE49-F238E27FC236}">
                      <a16:creationId xmlns:a16="http://schemas.microsoft.com/office/drawing/2014/main" id="{F464A96A-AE87-5609-7549-2EFF6385B10B}"/>
                    </a:ext>
                  </a:extLst>
                </p14:cNvPr>
                <p14:cNvContentPartPr/>
                <p14:nvPr/>
              </p14:nvContentPartPr>
              <p14:xfrm>
                <a:off x="12925752" y="7783440"/>
                <a:ext cx="1575000" cy="308520"/>
              </p14:xfrm>
            </p:contentPart>
          </mc:Choice>
          <mc:Fallback>
            <p:pic>
              <p:nvPicPr>
                <p:cNvPr id="30" name="Ink 29">
                  <a:extLst>
                    <a:ext uri="{FF2B5EF4-FFF2-40B4-BE49-F238E27FC236}">
                      <a16:creationId xmlns:a16="http://schemas.microsoft.com/office/drawing/2014/main" id="{F464A96A-AE87-5609-7549-2EFF6385B10B}"/>
                    </a:ext>
                  </a:extLst>
                </p:cNvPr>
                <p:cNvPicPr/>
                <p:nvPr/>
              </p:nvPicPr>
              <p:blipFill>
                <a:blip r:embed="rId4"/>
                <a:stretch>
                  <a:fillRect/>
                </a:stretch>
              </p:blipFill>
              <p:spPr>
                <a:xfrm>
                  <a:off x="12863112" y="7720800"/>
                  <a:ext cx="1700640" cy="4341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1" name="Ink 30">
                  <a:extLst>
                    <a:ext uri="{FF2B5EF4-FFF2-40B4-BE49-F238E27FC236}">
                      <a16:creationId xmlns:a16="http://schemas.microsoft.com/office/drawing/2014/main" id="{D985F5D5-E97C-FDBD-D814-B087CBAB791E}"/>
                    </a:ext>
                  </a:extLst>
                </p14:cNvPr>
                <p14:cNvContentPartPr/>
                <p14:nvPr/>
              </p14:nvContentPartPr>
              <p14:xfrm>
                <a:off x="13569432" y="7879200"/>
                <a:ext cx="360" cy="360"/>
              </p14:xfrm>
            </p:contentPart>
          </mc:Choice>
          <mc:Fallback>
            <p:pic>
              <p:nvPicPr>
                <p:cNvPr id="31" name="Ink 30">
                  <a:extLst>
                    <a:ext uri="{FF2B5EF4-FFF2-40B4-BE49-F238E27FC236}">
                      <a16:creationId xmlns:a16="http://schemas.microsoft.com/office/drawing/2014/main" id="{D985F5D5-E97C-FDBD-D814-B087CBAB791E}"/>
                    </a:ext>
                  </a:extLst>
                </p:cNvPr>
                <p:cNvPicPr/>
                <p:nvPr/>
              </p:nvPicPr>
              <p:blipFill>
                <a:blip r:embed="rId6"/>
                <a:stretch>
                  <a:fillRect/>
                </a:stretch>
              </p:blipFill>
              <p:spPr>
                <a:xfrm>
                  <a:off x="13506432" y="781656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34" name="Ink 33">
                  <a:extLst>
                    <a:ext uri="{FF2B5EF4-FFF2-40B4-BE49-F238E27FC236}">
                      <a16:creationId xmlns:a16="http://schemas.microsoft.com/office/drawing/2014/main" id="{D2B119FC-0A59-8FF4-09F4-88CA7FA14B50}"/>
                    </a:ext>
                  </a:extLst>
                </p14:cNvPr>
                <p14:cNvContentPartPr/>
                <p14:nvPr/>
              </p14:nvContentPartPr>
              <p14:xfrm>
                <a:off x="12918192" y="7821240"/>
                <a:ext cx="1269720" cy="151560"/>
              </p14:xfrm>
            </p:contentPart>
          </mc:Choice>
          <mc:Fallback>
            <p:pic>
              <p:nvPicPr>
                <p:cNvPr id="34" name="Ink 33">
                  <a:extLst>
                    <a:ext uri="{FF2B5EF4-FFF2-40B4-BE49-F238E27FC236}">
                      <a16:creationId xmlns:a16="http://schemas.microsoft.com/office/drawing/2014/main" id="{D2B119FC-0A59-8FF4-09F4-88CA7FA14B50}"/>
                    </a:ext>
                  </a:extLst>
                </p:cNvPr>
                <p:cNvPicPr/>
                <p:nvPr/>
              </p:nvPicPr>
              <p:blipFill>
                <a:blip r:embed="rId8"/>
                <a:stretch>
                  <a:fillRect/>
                </a:stretch>
              </p:blipFill>
              <p:spPr>
                <a:xfrm>
                  <a:off x="12855552" y="7758600"/>
                  <a:ext cx="1395360" cy="277200"/>
                </a:xfrm>
                <a:prstGeom prst="rect">
                  <a:avLst/>
                </a:prstGeom>
              </p:spPr>
            </p:pic>
          </mc:Fallback>
        </mc:AlternateContent>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34020" y="576739"/>
            <a:ext cx="13162359" cy="1310878"/>
          </a:xfrm>
          <a:prstGeom prst="rect">
            <a:avLst/>
          </a:prstGeom>
          <a:noFill/>
          <a:ln/>
        </p:spPr>
        <p:txBody>
          <a:bodyPr wrap="square" lIns="0" tIns="0" rIns="0" bIns="0" rtlCol="0" anchor="t"/>
          <a:lstStyle/>
          <a:p>
            <a:pPr marL="0" indent="0" algn="l">
              <a:lnSpc>
                <a:spcPts val="5150"/>
              </a:lnSpc>
              <a:buNone/>
            </a:pPr>
            <a:r>
              <a:rPr lang="en-US" sz="4100" dirty="0">
                <a:solidFill>
                  <a:srgbClr val="161613"/>
                </a:solidFill>
                <a:latin typeface="DM Sans Medium" pitchFamily="34" charset="0"/>
                <a:ea typeface="DM Sans Medium" pitchFamily="34" charset="-122"/>
                <a:cs typeface="DM Sans Medium" pitchFamily="34" charset="-120"/>
              </a:rPr>
              <a:t>Problem Statement: Fragmentation in Dyslexia Support</a:t>
            </a:r>
            <a:endParaRPr lang="en-US" sz="4100" dirty="0"/>
          </a:p>
        </p:txBody>
      </p:sp>
      <p:sp>
        <p:nvSpPr>
          <p:cNvPr id="3" name="Text 1"/>
          <p:cNvSpPr/>
          <p:nvPr/>
        </p:nvSpPr>
        <p:spPr>
          <a:xfrm>
            <a:off x="2390061" y="2834640"/>
            <a:ext cx="2621756" cy="327660"/>
          </a:xfrm>
          <a:prstGeom prst="rect">
            <a:avLst/>
          </a:prstGeom>
          <a:noFill/>
          <a:ln/>
        </p:spPr>
        <p:txBody>
          <a:bodyPr wrap="none" lIns="0" tIns="0" rIns="0" bIns="0" rtlCol="0" anchor="t"/>
          <a:lstStyle/>
          <a:p>
            <a:pPr marL="0" indent="0" algn="r">
              <a:lnSpc>
                <a:spcPts val="2550"/>
              </a:lnSpc>
              <a:buNone/>
            </a:pPr>
            <a:r>
              <a:rPr lang="en-US" sz="2050" dirty="0">
                <a:solidFill>
                  <a:srgbClr val="161613"/>
                </a:solidFill>
                <a:latin typeface="DM Sans Medium" pitchFamily="34" charset="0"/>
                <a:ea typeface="DM Sans Medium" pitchFamily="34" charset="-122"/>
                <a:cs typeface="DM Sans Medium" pitchFamily="34" charset="-120"/>
              </a:rPr>
              <a:t>Undiagnosed Cases</a:t>
            </a:r>
            <a:endParaRPr lang="en-US" sz="2050" dirty="0"/>
          </a:p>
        </p:txBody>
      </p:sp>
      <p:sp>
        <p:nvSpPr>
          <p:cNvPr id="4" name="Text 2"/>
          <p:cNvSpPr/>
          <p:nvPr/>
        </p:nvSpPr>
        <p:spPr>
          <a:xfrm>
            <a:off x="734020" y="3288030"/>
            <a:ext cx="4277797" cy="1006912"/>
          </a:xfrm>
          <a:prstGeom prst="rect">
            <a:avLst/>
          </a:prstGeom>
          <a:noFill/>
          <a:ln/>
        </p:spPr>
        <p:txBody>
          <a:bodyPr wrap="square" lIns="0" tIns="0" rIns="0" bIns="0" rtlCol="0" anchor="t"/>
          <a:lstStyle/>
          <a:p>
            <a:pPr marL="0" indent="0" algn="r">
              <a:lnSpc>
                <a:spcPts val="2600"/>
              </a:lnSpc>
              <a:buNone/>
            </a:pPr>
            <a:r>
              <a:rPr lang="en-US" sz="1650" dirty="0">
                <a:solidFill>
                  <a:srgbClr val="161613"/>
                </a:solidFill>
                <a:latin typeface="Inter" pitchFamily="34" charset="0"/>
                <a:ea typeface="Inter" pitchFamily="34" charset="-122"/>
                <a:cs typeface="Inter" pitchFamily="34" charset="-120"/>
              </a:rPr>
              <a:t>Many young children with dyslexia go undiagnosed due to a lack of accessible, accurate screening tools.</a:t>
            </a:r>
            <a:endParaRPr lang="en-US" sz="1650" dirty="0"/>
          </a:p>
        </p:txBody>
      </p:sp>
      <p:pic>
        <p:nvPicPr>
          <p:cNvPr id="5" name="Image 0" descr="preencoded.png"/>
          <p:cNvPicPr>
            <a:picLocks noChangeAspect="1"/>
          </p:cNvPicPr>
          <p:nvPr/>
        </p:nvPicPr>
        <p:blipFill>
          <a:blip r:embed="rId3"/>
          <a:stretch>
            <a:fillRect/>
          </a:stretch>
        </p:blipFill>
        <p:spPr>
          <a:xfrm>
            <a:off x="5011817" y="2676525"/>
            <a:ext cx="4606766" cy="4606766"/>
          </a:xfrm>
          <a:prstGeom prst="rect">
            <a:avLst/>
          </a:prstGeom>
        </p:spPr>
      </p:pic>
      <p:pic>
        <p:nvPicPr>
          <p:cNvPr id="6" name="Image 1" descr="preencoded.png"/>
          <p:cNvPicPr>
            <a:picLocks noChangeAspect="1"/>
          </p:cNvPicPr>
          <p:nvPr/>
        </p:nvPicPr>
        <p:blipFill>
          <a:blip r:embed="rId4"/>
          <a:stretch>
            <a:fillRect/>
          </a:stretch>
        </p:blipFill>
        <p:spPr>
          <a:xfrm>
            <a:off x="6207919" y="4098250"/>
            <a:ext cx="294918" cy="368618"/>
          </a:xfrm>
          <a:prstGeom prst="rect">
            <a:avLst/>
          </a:prstGeom>
        </p:spPr>
      </p:pic>
      <p:sp>
        <p:nvSpPr>
          <p:cNvPr id="7" name="Text 3"/>
          <p:cNvSpPr/>
          <p:nvPr/>
        </p:nvSpPr>
        <p:spPr>
          <a:xfrm>
            <a:off x="9618583" y="2307074"/>
            <a:ext cx="2658666" cy="327660"/>
          </a:xfrm>
          <a:prstGeom prst="rect">
            <a:avLst/>
          </a:prstGeom>
          <a:noFill/>
          <a:ln/>
        </p:spPr>
        <p:txBody>
          <a:bodyPr wrap="none" lIns="0" tIns="0" rIns="0" bIns="0" rtlCol="0" anchor="t"/>
          <a:lstStyle/>
          <a:p>
            <a:pPr marL="0" indent="0" algn="l">
              <a:lnSpc>
                <a:spcPts val="2550"/>
              </a:lnSpc>
              <a:buNone/>
            </a:pPr>
            <a:r>
              <a:rPr lang="en-US" sz="2050" dirty="0">
                <a:solidFill>
                  <a:srgbClr val="161613"/>
                </a:solidFill>
                <a:latin typeface="DM Sans Medium" pitchFamily="34" charset="0"/>
                <a:ea typeface="DM Sans Medium" pitchFamily="34" charset="-122"/>
                <a:cs typeface="DM Sans Medium" pitchFamily="34" charset="-120"/>
              </a:rPr>
              <a:t>Fragmented Methods</a:t>
            </a:r>
            <a:endParaRPr lang="en-US" sz="2050" dirty="0"/>
          </a:p>
        </p:txBody>
      </p:sp>
      <p:sp>
        <p:nvSpPr>
          <p:cNvPr id="8" name="Text 4"/>
          <p:cNvSpPr/>
          <p:nvPr/>
        </p:nvSpPr>
        <p:spPr>
          <a:xfrm>
            <a:off x="9618583" y="2760464"/>
            <a:ext cx="4277797" cy="1006912"/>
          </a:xfrm>
          <a:prstGeom prst="rect">
            <a:avLst/>
          </a:prstGeom>
          <a:noFill/>
          <a:ln/>
        </p:spPr>
        <p:txBody>
          <a:bodyPr wrap="square" lIns="0" tIns="0" rIns="0" bIns="0" rtlCol="0" anchor="t"/>
          <a:lstStyle/>
          <a:p>
            <a:pPr marL="0" indent="0" algn="l">
              <a:lnSpc>
                <a:spcPts val="2600"/>
              </a:lnSpc>
              <a:buNone/>
            </a:pPr>
            <a:r>
              <a:rPr lang="en-US" sz="1650" dirty="0">
                <a:solidFill>
                  <a:srgbClr val="161613"/>
                </a:solidFill>
                <a:latin typeface="Inter" pitchFamily="34" charset="0"/>
                <a:ea typeface="Inter" pitchFamily="34" charset="-122"/>
                <a:cs typeface="Inter" pitchFamily="34" charset="-120"/>
              </a:rPr>
              <a:t>Current screening and intervention methods are disjointed and often require expensive specialists.</a:t>
            </a:r>
            <a:endParaRPr lang="en-US" sz="1650" dirty="0"/>
          </a:p>
        </p:txBody>
      </p:sp>
      <p:pic>
        <p:nvPicPr>
          <p:cNvPr id="9" name="Image 2" descr="preencoded.png"/>
          <p:cNvPicPr>
            <a:picLocks noChangeAspect="1"/>
          </p:cNvPicPr>
          <p:nvPr/>
        </p:nvPicPr>
        <p:blipFill>
          <a:blip r:embed="rId5"/>
          <a:stretch>
            <a:fillRect/>
          </a:stretch>
        </p:blipFill>
        <p:spPr>
          <a:xfrm>
            <a:off x="5011817" y="2676525"/>
            <a:ext cx="4606766" cy="4606766"/>
          </a:xfrm>
          <a:prstGeom prst="rect">
            <a:avLst/>
          </a:prstGeom>
        </p:spPr>
      </p:pic>
      <p:pic>
        <p:nvPicPr>
          <p:cNvPr id="10" name="Image 3" descr="preencoded.png"/>
          <p:cNvPicPr>
            <a:picLocks noChangeAspect="1"/>
          </p:cNvPicPr>
          <p:nvPr/>
        </p:nvPicPr>
        <p:blipFill>
          <a:blip r:embed="rId6"/>
          <a:stretch>
            <a:fillRect/>
          </a:stretch>
        </p:blipFill>
        <p:spPr>
          <a:xfrm>
            <a:off x="7534156" y="3667363"/>
            <a:ext cx="294918" cy="368618"/>
          </a:xfrm>
          <a:prstGeom prst="rect">
            <a:avLst/>
          </a:prstGeom>
        </p:spPr>
      </p:pic>
      <p:sp>
        <p:nvSpPr>
          <p:cNvPr id="11" name="Text 5"/>
          <p:cNvSpPr/>
          <p:nvPr/>
        </p:nvSpPr>
        <p:spPr>
          <a:xfrm>
            <a:off x="10038040" y="4081939"/>
            <a:ext cx="3589973" cy="327660"/>
          </a:xfrm>
          <a:prstGeom prst="rect">
            <a:avLst/>
          </a:prstGeom>
          <a:noFill/>
          <a:ln/>
        </p:spPr>
        <p:txBody>
          <a:bodyPr wrap="none" lIns="0" tIns="0" rIns="0" bIns="0" rtlCol="0" anchor="t"/>
          <a:lstStyle/>
          <a:p>
            <a:pPr marL="0" indent="0" algn="l">
              <a:lnSpc>
                <a:spcPts val="2550"/>
              </a:lnSpc>
              <a:buNone/>
            </a:pPr>
            <a:r>
              <a:rPr lang="en-US" sz="2050" dirty="0">
                <a:solidFill>
                  <a:srgbClr val="161613"/>
                </a:solidFill>
                <a:latin typeface="DM Sans Medium" pitchFamily="34" charset="0"/>
                <a:ea typeface="DM Sans Medium" pitchFamily="34" charset="-122"/>
                <a:cs typeface="DM Sans Medium" pitchFamily="34" charset="-120"/>
              </a:rPr>
              <a:t>Lack of Personalized Support</a:t>
            </a:r>
            <a:endParaRPr lang="en-US" sz="2050" dirty="0"/>
          </a:p>
        </p:txBody>
      </p:sp>
      <p:sp>
        <p:nvSpPr>
          <p:cNvPr id="12" name="Text 6"/>
          <p:cNvSpPr/>
          <p:nvPr/>
        </p:nvSpPr>
        <p:spPr>
          <a:xfrm>
            <a:off x="10038040" y="4535329"/>
            <a:ext cx="3858339" cy="1342549"/>
          </a:xfrm>
          <a:prstGeom prst="rect">
            <a:avLst/>
          </a:prstGeom>
          <a:noFill/>
          <a:ln/>
        </p:spPr>
        <p:txBody>
          <a:bodyPr wrap="square" lIns="0" tIns="0" rIns="0" bIns="0" rtlCol="0" anchor="t"/>
          <a:lstStyle/>
          <a:p>
            <a:pPr marL="0" indent="0" algn="l">
              <a:lnSpc>
                <a:spcPts val="2600"/>
              </a:lnSpc>
              <a:buNone/>
            </a:pPr>
            <a:r>
              <a:rPr lang="en-US" sz="1650" dirty="0">
                <a:solidFill>
                  <a:srgbClr val="161613"/>
                </a:solidFill>
                <a:latin typeface="Inter" pitchFamily="34" charset="0"/>
                <a:ea typeface="Inter" pitchFamily="34" charset="-122"/>
                <a:cs typeface="Inter" pitchFamily="34" charset="-120"/>
              </a:rPr>
              <a:t>Existing solutions fail to provide personalized, continuous developmental help tailored for diverse learners.</a:t>
            </a:r>
            <a:endParaRPr lang="en-US" sz="1650" dirty="0"/>
          </a:p>
        </p:txBody>
      </p:sp>
      <p:pic>
        <p:nvPicPr>
          <p:cNvPr id="13" name="Image 4" descr="preencoded.png"/>
          <p:cNvPicPr>
            <a:picLocks noChangeAspect="1"/>
          </p:cNvPicPr>
          <p:nvPr/>
        </p:nvPicPr>
        <p:blipFill>
          <a:blip r:embed="rId7"/>
          <a:stretch>
            <a:fillRect/>
          </a:stretch>
        </p:blipFill>
        <p:spPr>
          <a:xfrm>
            <a:off x="5011817" y="2676525"/>
            <a:ext cx="4606766" cy="4606766"/>
          </a:xfrm>
          <a:prstGeom prst="rect">
            <a:avLst/>
          </a:prstGeom>
        </p:spPr>
      </p:pic>
      <p:pic>
        <p:nvPicPr>
          <p:cNvPr id="14" name="Image 5" descr="preencoded.png"/>
          <p:cNvPicPr>
            <a:picLocks noChangeAspect="1"/>
          </p:cNvPicPr>
          <p:nvPr/>
        </p:nvPicPr>
        <p:blipFill>
          <a:blip r:embed="rId8"/>
          <a:stretch>
            <a:fillRect/>
          </a:stretch>
        </p:blipFill>
        <p:spPr>
          <a:xfrm>
            <a:off x="8353901" y="4795599"/>
            <a:ext cx="294918" cy="368618"/>
          </a:xfrm>
          <a:prstGeom prst="rect">
            <a:avLst/>
          </a:prstGeom>
        </p:spPr>
      </p:pic>
      <p:sp>
        <p:nvSpPr>
          <p:cNvPr id="15" name="Text 7"/>
          <p:cNvSpPr/>
          <p:nvPr/>
        </p:nvSpPr>
        <p:spPr>
          <a:xfrm>
            <a:off x="9618583" y="6192441"/>
            <a:ext cx="2621756" cy="327660"/>
          </a:xfrm>
          <a:prstGeom prst="rect">
            <a:avLst/>
          </a:prstGeom>
          <a:noFill/>
          <a:ln/>
        </p:spPr>
        <p:txBody>
          <a:bodyPr wrap="none" lIns="0" tIns="0" rIns="0" bIns="0" rtlCol="0" anchor="t"/>
          <a:lstStyle/>
          <a:p>
            <a:pPr marL="0" indent="0" algn="l">
              <a:lnSpc>
                <a:spcPts val="2550"/>
              </a:lnSpc>
              <a:buNone/>
            </a:pPr>
            <a:r>
              <a:rPr lang="en-US" sz="2050" dirty="0">
                <a:solidFill>
                  <a:srgbClr val="161613"/>
                </a:solidFill>
                <a:latin typeface="DM Sans Medium" pitchFamily="34" charset="0"/>
                <a:ea typeface="DM Sans Medium" pitchFamily="34" charset="-122"/>
                <a:cs typeface="DM Sans Medium" pitchFamily="34" charset="-120"/>
              </a:rPr>
              <a:t>Cultural Relevance</a:t>
            </a:r>
            <a:endParaRPr lang="en-US" sz="2050" dirty="0"/>
          </a:p>
        </p:txBody>
      </p:sp>
      <p:sp>
        <p:nvSpPr>
          <p:cNvPr id="16" name="Text 8"/>
          <p:cNvSpPr/>
          <p:nvPr/>
        </p:nvSpPr>
        <p:spPr>
          <a:xfrm>
            <a:off x="9618583" y="6645831"/>
            <a:ext cx="4277797" cy="1006912"/>
          </a:xfrm>
          <a:prstGeom prst="rect">
            <a:avLst/>
          </a:prstGeom>
          <a:noFill/>
          <a:ln/>
        </p:spPr>
        <p:txBody>
          <a:bodyPr wrap="square" lIns="0" tIns="0" rIns="0" bIns="0" rtlCol="0" anchor="t"/>
          <a:lstStyle/>
          <a:p>
            <a:pPr marL="0" indent="0" algn="l">
              <a:lnSpc>
                <a:spcPts val="2600"/>
              </a:lnSpc>
              <a:buNone/>
            </a:pPr>
            <a:r>
              <a:rPr lang="en-US" sz="1650" dirty="0">
                <a:solidFill>
                  <a:srgbClr val="161613"/>
                </a:solidFill>
                <a:latin typeface="Inter" pitchFamily="34" charset="0"/>
                <a:ea typeface="Inter" pitchFamily="34" charset="-122"/>
                <a:cs typeface="Inter" pitchFamily="34" charset="-120"/>
              </a:rPr>
              <a:t>Most tools lack relevance for bilingual children or regional languages, particularly in India.</a:t>
            </a:r>
            <a:endParaRPr lang="en-US" sz="1650" dirty="0"/>
          </a:p>
        </p:txBody>
      </p:sp>
      <p:pic>
        <p:nvPicPr>
          <p:cNvPr id="17" name="Image 6" descr="preencoded.png"/>
          <p:cNvPicPr>
            <a:picLocks noChangeAspect="1"/>
          </p:cNvPicPr>
          <p:nvPr/>
        </p:nvPicPr>
        <p:blipFill>
          <a:blip r:embed="rId9"/>
          <a:stretch>
            <a:fillRect/>
          </a:stretch>
        </p:blipFill>
        <p:spPr>
          <a:xfrm>
            <a:off x="5011817" y="2676525"/>
            <a:ext cx="4606766" cy="4606766"/>
          </a:xfrm>
          <a:prstGeom prst="rect">
            <a:avLst/>
          </a:prstGeom>
        </p:spPr>
      </p:pic>
      <p:pic>
        <p:nvPicPr>
          <p:cNvPr id="18" name="Image 7" descr="preencoded.png"/>
          <p:cNvPicPr>
            <a:picLocks noChangeAspect="1"/>
          </p:cNvPicPr>
          <p:nvPr/>
        </p:nvPicPr>
        <p:blipFill>
          <a:blip r:embed="rId10"/>
          <a:stretch>
            <a:fillRect/>
          </a:stretch>
        </p:blipFill>
        <p:spPr>
          <a:xfrm>
            <a:off x="7534156" y="5923717"/>
            <a:ext cx="294918" cy="368618"/>
          </a:xfrm>
          <a:prstGeom prst="rect">
            <a:avLst/>
          </a:prstGeom>
        </p:spPr>
      </p:pic>
      <p:sp>
        <p:nvSpPr>
          <p:cNvPr id="19" name="Text 9"/>
          <p:cNvSpPr/>
          <p:nvPr/>
        </p:nvSpPr>
        <p:spPr>
          <a:xfrm>
            <a:off x="1870234" y="5664756"/>
            <a:ext cx="3141583" cy="327660"/>
          </a:xfrm>
          <a:prstGeom prst="rect">
            <a:avLst/>
          </a:prstGeom>
          <a:noFill/>
          <a:ln/>
        </p:spPr>
        <p:txBody>
          <a:bodyPr wrap="none" lIns="0" tIns="0" rIns="0" bIns="0" rtlCol="0" anchor="t"/>
          <a:lstStyle/>
          <a:p>
            <a:pPr marL="0" indent="0" algn="r">
              <a:lnSpc>
                <a:spcPts val="2550"/>
              </a:lnSpc>
              <a:buNone/>
            </a:pPr>
            <a:r>
              <a:rPr lang="en-US" sz="2050" dirty="0">
                <a:solidFill>
                  <a:srgbClr val="161613"/>
                </a:solidFill>
                <a:latin typeface="DM Sans Medium" pitchFamily="34" charset="0"/>
                <a:ea typeface="DM Sans Medium" pitchFamily="34" charset="-122"/>
                <a:cs typeface="DM Sans Medium" pitchFamily="34" charset="-120"/>
              </a:rPr>
              <a:t>No Intervention Roadmap</a:t>
            </a:r>
            <a:endParaRPr lang="en-US" sz="2050" dirty="0"/>
          </a:p>
        </p:txBody>
      </p:sp>
      <p:sp>
        <p:nvSpPr>
          <p:cNvPr id="20" name="Text 10"/>
          <p:cNvSpPr/>
          <p:nvPr/>
        </p:nvSpPr>
        <p:spPr>
          <a:xfrm>
            <a:off x="734020" y="6118146"/>
            <a:ext cx="4277797" cy="1006912"/>
          </a:xfrm>
          <a:prstGeom prst="rect">
            <a:avLst/>
          </a:prstGeom>
          <a:noFill/>
          <a:ln/>
        </p:spPr>
        <p:txBody>
          <a:bodyPr wrap="square" lIns="0" tIns="0" rIns="0" bIns="0" rtlCol="0" anchor="t"/>
          <a:lstStyle/>
          <a:p>
            <a:pPr marL="0" indent="0" algn="r">
              <a:lnSpc>
                <a:spcPts val="2600"/>
              </a:lnSpc>
              <a:buNone/>
            </a:pPr>
            <a:r>
              <a:rPr lang="en-US" sz="1650" dirty="0">
                <a:solidFill>
                  <a:srgbClr val="161613"/>
                </a:solidFill>
                <a:latin typeface="Inter" pitchFamily="34" charset="0"/>
                <a:ea typeface="Inter" pitchFamily="34" charset="-122"/>
                <a:cs typeface="Inter" pitchFamily="34" charset="-120"/>
              </a:rPr>
              <a:t>Apps often screen but provide no clear, actionable post-diagnosis guidance or integrated resources.</a:t>
            </a:r>
            <a:endParaRPr lang="en-US" sz="1650" dirty="0"/>
          </a:p>
        </p:txBody>
      </p:sp>
      <p:pic>
        <p:nvPicPr>
          <p:cNvPr id="21" name="Image 8" descr="preencoded.png"/>
          <p:cNvPicPr>
            <a:picLocks noChangeAspect="1"/>
          </p:cNvPicPr>
          <p:nvPr/>
        </p:nvPicPr>
        <p:blipFill>
          <a:blip r:embed="rId11"/>
          <a:stretch>
            <a:fillRect/>
          </a:stretch>
        </p:blipFill>
        <p:spPr>
          <a:xfrm>
            <a:off x="5011817" y="2676525"/>
            <a:ext cx="4606766" cy="4606766"/>
          </a:xfrm>
          <a:prstGeom prst="rect">
            <a:avLst/>
          </a:prstGeom>
        </p:spPr>
      </p:pic>
      <p:pic>
        <p:nvPicPr>
          <p:cNvPr id="22" name="Image 9" descr="preencoded.png"/>
          <p:cNvPicPr>
            <a:picLocks noChangeAspect="1"/>
          </p:cNvPicPr>
          <p:nvPr/>
        </p:nvPicPr>
        <p:blipFill>
          <a:blip r:embed="rId12"/>
          <a:stretch>
            <a:fillRect/>
          </a:stretch>
        </p:blipFill>
        <p:spPr>
          <a:xfrm>
            <a:off x="6207919" y="5492829"/>
            <a:ext cx="294918" cy="368618"/>
          </a:xfrm>
          <a:prstGeom prst="rect">
            <a:avLst/>
          </a:prstGeom>
        </p:spPr>
      </p:pic>
      <p:grpSp>
        <p:nvGrpSpPr>
          <p:cNvPr id="26" name="Group 25">
            <a:extLst>
              <a:ext uri="{FF2B5EF4-FFF2-40B4-BE49-F238E27FC236}">
                <a16:creationId xmlns:a16="http://schemas.microsoft.com/office/drawing/2014/main" id="{5EBCC5F5-3813-DDB6-E560-73F734528293}"/>
              </a:ext>
            </a:extLst>
          </p:cNvPr>
          <p:cNvGrpSpPr/>
          <p:nvPr/>
        </p:nvGrpSpPr>
        <p:grpSpPr>
          <a:xfrm>
            <a:off x="12932232" y="7836000"/>
            <a:ext cx="1517760" cy="318960"/>
            <a:chOff x="12932232" y="7836000"/>
            <a:chExt cx="1517760" cy="318960"/>
          </a:xfrm>
        </p:grpSpPr>
        <mc:AlternateContent xmlns:mc="http://schemas.openxmlformats.org/markup-compatibility/2006">
          <mc:Choice xmlns:p14="http://schemas.microsoft.com/office/powerpoint/2010/main" Requires="p14">
            <p:contentPart p14:bwMode="auto" r:id="rId13">
              <p14:nvContentPartPr>
                <p14:cNvPr id="23" name="Ink 22">
                  <a:extLst>
                    <a:ext uri="{FF2B5EF4-FFF2-40B4-BE49-F238E27FC236}">
                      <a16:creationId xmlns:a16="http://schemas.microsoft.com/office/drawing/2014/main" id="{ED5A23C8-1A88-70DD-D72A-E03127C79A57}"/>
                    </a:ext>
                  </a:extLst>
                </p14:cNvPr>
                <p14:cNvContentPartPr/>
                <p14:nvPr/>
              </p14:nvContentPartPr>
              <p14:xfrm>
                <a:off x="12932232" y="7836000"/>
                <a:ext cx="1517760" cy="261360"/>
              </p14:xfrm>
            </p:contentPart>
          </mc:Choice>
          <mc:Fallback>
            <p:pic>
              <p:nvPicPr>
                <p:cNvPr id="23" name="Ink 22">
                  <a:extLst>
                    <a:ext uri="{FF2B5EF4-FFF2-40B4-BE49-F238E27FC236}">
                      <a16:creationId xmlns:a16="http://schemas.microsoft.com/office/drawing/2014/main" id="{ED5A23C8-1A88-70DD-D72A-E03127C79A57}"/>
                    </a:ext>
                  </a:extLst>
                </p:cNvPr>
                <p:cNvPicPr/>
                <p:nvPr/>
              </p:nvPicPr>
              <p:blipFill>
                <a:blip r:embed="rId14"/>
                <a:stretch>
                  <a:fillRect/>
                </a:stretch>
              </p:blipFill>
              <p:spPr>
                <a:xfrm>
                  <a:off x="12869592" y="7773360"/>
                  <a:ext cx="1643400" cy="3870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24" name="Ink 23">
                  <a:extLst>
                    <a:ext uri="{FF2B5EF4-FFF2-40B4-BE49-F238E27FC236}">
                      <a16:creationId xmlns:a16="http://schemas.microsoft.com/office/drawing/2014/main" id="{2757A5C9-94B6-7F82-7BDF-B3FDA2B2A00D}"/>
                    </a:ext>
                  </a:extLst>
                </p14:cNvPr>
                <p14:cNvContentPartPr/>
                <p14:nvPr/>
              </p14:nvContentPartPr>
              <p14:xfrm>
                <a:off x="13505352" y="8118600"/>
                <a:ext cx="928440" cy="36360"/>
              </p14:xfrm>
            </p:contentPart>
          </mc:Choice>
          <mc:Fallback>
            <p:pic>
              <p:nvPicPr>
                <p:cNvPr id="24" name="Ink 23">
                  <a:extLst>
                    <a:ext uri="{FF2B5EF4-FFF2-40B4-BE49-F238E27FC236}">
                      <a16:creationId xmlns:a16="http://schemas.microsoft.com/office/drawing/2014/main" id="{2757A5C9-94B6-7F82-7BDF-B3FDA2B2A00D}"/>
                    </a:ext>
                  </a:extLst>
                </p:cNvPr>
                <p:cNvPicPr/>
                <p:nvPr/>
              </p:nvPicPr>
              <p:blipFill>
                <a:blip r:embed="rId16"/>
                <a:stretch>
                  <a:fillRect/>
                </a:stretch>
              </p:blipFill>
              <p:spPr>
                <a:xfrm>
                  <a:off x="13442712" y="8055960"/>
                  <a:ext cx="1054080" cy="162000"/>
                </a:xfrm>
                <a:prstGeom prst="rect">
                  <a:avLst/>
                </a:prstGeom>
              </p:spPr>
            </p:pic>
          </mc:Fallback>
        </mc:AlternateContent>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91515" y="543282"/>
            <a:ext cx="10826710" cy="617458"/>
          </a:xfrm>
          <a:prstGeom prst="rect">
            <a:avLst/>
          </a:prstGeom>
          <a:noFill/>
          <a:ln/>
        </p:spPr>
        <p:txBody>
          <a:bodyPr wrap="none" lIns="0" tIns="0" rIns="0" bIns="0" rtlCol="0" anchor="t"/>
          <a:lstStyle/>
          <a:p>
            <a:pPr marL="0" indent="0" algn="l">
              <a:lnSpc>
                <a:spcPts val="4850"/>
              </a:lnSpc>
              <a:buNone/>
            </a:pPr>
            <a:r>
              <a:rPr lang="en-US" sz="3850" dirty="0">
                <a:solidFill>
                  <a:srgbClr val="161613"/>
                </a:solidFill>
                <a:latin typeface="DM Sans Medium" pitchFamily="34" charset="0"/>
                <a:ea typeface="DM Sans Medium" pitchFamily="34" charset="-122"/>
                <a:cs typeface="DM Sans Medium" pitchFamily="34" charset="-120"/>
              </a:rPr>
              <a:t>Addressing App Limitations: Why Is It Different</a:t>
            </a:r>
            <a:endParaRPr lang="en-US" sz="3850" dirty="0"/>
          </a:p>
        </p:txBody>
      </p:sp>
      <p:sp>
        <p:nvSpPr>
          <p:cNvPr id="3" name="Text 1"/>
          <p:cNvSpPr/>
          <p:nvPr/>
        </p:nvSpPr>
        <p:spPr>
          <a:xfrm>
            <a:off x="691515" y="1555790"/>
            <a:ext cx="13247370" cy="315992"/>
          </a:xfrm>
          <a:prstGeom prst="rect">
            <a:avLst/>
          </a:prstGeom>
          <a:noFill/>
          <a:ln/>
        </p:spPr>
        <p:txBody>
          <a:bodyPr wrap="none" lIns="0" tIns="0" rIns="0" bIns="0" rtlCol="0" anchor="t"/>
          <a:lstStyle/>
          <a:p>
            <a:pPr marL="0" indent="0" algn="l">
              <a:lnSpc>
                <a:spcPts val="2450"/>
              </a:lnSpc>
              <a:buNone/>
            </a:pPr>
            <a:r>
              <a:rPr lang="en-US" sz="1550" dirty="0">
                <a:solidFill>
                  <a:srgbClr val="161613"/>
                </a:solidFill>
                <a:latin typeface="Inter" pitchFamily="34" charset="0"/>
                <a:ea typeface="Inter" pitchFamily="34" charset="-122"/>
                <a:cs typeface="Inter" pitchFamily="34" charset="-120"/>
              </a:rPr>
              <a:t>Existing apps fall short in key areas, leading to biased results and low retention. ReadBright addresses these systematically.</a:t>
            </a:r>
            <a:endParaRPr lang="en-US" sz="1550" dirty="0"/>
          </a:p>
        </p:txBody>
      </p:sp>
      <p:sp>
        <p:nvSpPr>
          <p:cNvPr id="4" name="Shape 2"/>
          <p:cNvSpPr/>
          <p:nvPr/>
        </p:nvSpPr>
        <p:spPr>
          <a:xfrm>
            <a:off x="691515" y="2390299"/>
            <a:ext cx="4284107" cy="2713911"/>
          </a:xfrm>
          <a:prstGeom prst="roundRect">
            <a:avLst>
              <a:gd name="adj" fmla="val 4043"/>
            </a:avLst>
          </a:prstGeom>
          <a:solidFill>
            <a:srgbClr val="F9F8F5"/>
          </a:solidFill>
          <a:ln/>
        </p:spPr>
        <p:txBody>
          <a:bodyPr/>
          <a:lstStyle/>
          <a:p>
            <a:endParaRPr lang="en-US"/>
          </a:p>
        </p:txBody>
      </p:sp>
      <p:sp>
        <p:nvSpPr>
          <p:cNvPr id="5" name="Shape 3"/>
          <p:cNvSpPr/>
          <p:nvPr/>
        </p:nvSpPr>
        <p:spPr>
          <a:xfrm>
            <a:off x="691515" y="2367439"/>
            <a:ext cx="4284107" cy="91440"/>
          </a:xfrm>
          <a:prstGeom prst="roundRect">
            <a:avLst>
              <a:gd name="adj" fmla="val 32411"/>
            </a:avLst>
          </a:prstGeom>
          <a:solidFill>
            <a:srgbClr val="28282F"/>
          </a:solidFill>
          <a:ln/>
        </p:spPr>
        <p:txBody>
          <a:bodyPr/>
          <a:lstStyle/>
          <a:p>
            <a:endParaRPr lang="en-US"/>
          </a:p>
        </p:txBody>
      </p:sp>
      <p:sp>
        <p:nvSpPr>
          <p:cNvPr id="6" name="Shape 4"/>
          <p:cNvSpPr/>
          <p:nvPr/>
        </p:nvSpPr>
        <p:spPr>
          <a:xfrm>
            <a:off x="2537222" y="2093952"/>
            <a:ext cx="592693" cy="592693"/>
          </a:xfrm>
          <a:prstGeom prst="roundRect">
            <a:avLst>
              <a:gd name="adj" fmla="val 154279"/>
            </a:avLst>
          </a:prstGeom>
          <a:solidFill>
            <a:srgbClr val="28282F"/>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2714982" y="2242066"/>
            <a:ext cx="237053" cy="296347"/>
          </a:xfrm>
          <a:prstGeom prst="rect">
            <a:avLst/>
          </a:prstGeom>
        </p:spPr>
      </p:pic>
      <p:sp>
        <p:nvSpPr>
          <p:cNvPr id="8" name="Text 5"/>
          <p:cNvSpPr/>
          <p:nvPr/>
        </p:nvSpPr>
        <p:spPr>
          <a:xfrm>
            <a:off x="911900" y="2884170"/>
            <a:ext cx="3843338" cy="617220"/>
          </a:xfrm>
          <a:prstGeom prst="rect">
            <a:avLst/>
          </a:prstGeom>
          <a:noFill/>
          <a:ln/>
        </p:spPr>
        <p:txBody>
          <a:bodyPr wrap="square" lIns="0" tIns="0" rIns="0" bIns="0" rtlCol="0" anchor="t"/>
          <a:lstStyle/>
          <a:p>
            <a:pPr marL="0" indent="0" algn="l">
              <a:lnSpc>
                <a:spcPts val="2400"/>
              </a:lnSpc>
              <a:buNone/>
            </a:pPr>
            <a:r>
              <a:rPr lang="en-US" sz="1900" dirty="0">
                <a:solidFill>
                  <a:srgbClr val="161613"/>
                </a:solidFill>
                <a:latin typeface="DM Sans Medium" pitchFamily="34" charset="0"/>
                <a:ea typeface="DM Sans Medium" pitchFamily="34" charset="-122"/>
                <a:cs typeface="DM Sans Medium" pitchFamily="34" charset="-120"/>
              </a:rPr>
              <a:t>Bilingual Gap &amp; Cultural Relevance</a:t>
            </a:r>
            <a:endParaRPr lang="en-US" sz="1900" dirty="0"/>
          </a:p>
        </p:txBody>
      </p:sp>
      <p:sp>
        <p:nvSpPr>
          <p:cNvPr id="9" name="Text 6"/>
          <p:cNvSpPr/>
          <p:nvPr/>
        </p:nvSpPr>
        <p:spPr>
          <a:xfrm>
            <a:off x="911900" y="3619857"/>
            <a:ext cx="3843338" cy="1263968"/>
          </a:xfrm>
          <a:prstGeom prst="rect">
            <a:avLst/>
          </a:prstGeom>
          <a:noFill/>
          <a:ln/>
        </p:spPr>
        <p:txBody>
          <a:bodyPr wrap="square" lIns="0" tIns="0" rIns="0" bIns="0" rtlCol="0" anchor="t"/>
          <a:lstStyle/>
          <a:p>
            <a:pPr marL="0" indent="0" algn="l">
              <a:lnSpc>
                <a:spcPts val="2450"/>
              </a:lnSpc>
              <a:buNone/>
            </a:pPr>
            <a:r>
              <a:rPr lang="en-US" sz="1550" dirty="0">
                <a:solidFill>
                  <a:srgbClr val="161613"/>
                </a:solidFill>
                <a:latin typeface="Inter" pitchFamily="34" charset="0"/>
                <a:ea typeface="Inter" pitchFamily="34" charset="-122"/>
                <a:cs typeface="Inter" pitchFamily="34" charset="-120"/>
              </a:rPr>
              <a:t>We support regional languages (critical for India) and bilingual children, overcoming assessment bias prevalent in English-only apps.</a:t>
            </a:r>
            <a:endParaRPr lang="en-US" sz="1550" dirty="0"/>
          </a:p>
        </p:txBody>
      </p:sp>
      <p:sp>
        <p:nvSpPr>
          <p:cNvPr id="10" name="Shape 7"/>
          <p:cNvSpPr/>
          <p:nvPr/>
        </p:nvSpPr>
        <p:spPr>
          <a:xfrm>
            <a:off x="5173147" y="2390299"/>
            <a:ext cx="4284107" cy="2713911"/>
          </a:xfrm>
          <a:prstGeom prst="roundRect">
            <a:avLst>
              <a:gd name="adj" fmla="val 4043"/>
            </a:avLst>
          </a:prstGeom>
          <a:solidFill>
            <a:srgbClr val="F9F8F5"/>
          </a:solidFill>
          <a:ln/>
        </p:spPr>
        <p:txBody>
          <a:bodyPr/>
          <a:lstStyle/>
          <a:p>
            <a:endParaRPr lang="en-US"/>
          </a:p>
        </p:txBody>
      </p:sp>
      <p:sp>
        <p:nvSpPr>
          <p:cNvPr id="11" name="Shape 8"/>
          <p:cNvSpPr/>
          <p:nvPr/>
        </p:nvSpPr>
        <p:spPr>
          <a:xfrm>
            <a:off x="5173147" y="2367439"/>
            <a:ext cx="4284107" cy="91440"/>
          </a:xfrm>
          <a:prstGeom prst="roundRect">
            <a:avLst>
              <a:gd name="adj" fmla="val 32411"/>
            </a:avLst>
          </a:prstGeom>
          <a:solidFill>
            <a:srgbClr val="28282F"/>
          </a:solidFill>
          <a:ln/>
        </p:spPr>
        <p:txBody>
          <a:bodyPr/>
          <a:lstStyle/>
          <a:p>
            <a:endParaRPr lang="en-US"/>
          </a:p>
        </p:txBody>
      </p:sp>
      <p:sp>
        <p:nvSpPr>
          <p:cNvPr id="12" name="Shape 9"/>
          <p:cNvSpPr/>
          <p:nvPr/>
        </p:nvSpPr>
        <p:spPr>
          <a:xfrm>
            <a:off x="7018853" y="2093952"/>
            <a:ext cx="592693" cy="592693"/>
          </a:xfrm>
          <a:prstGeom prst="roundRect">
            <a:avLst>
              <a:gd name="adj" fmla="val 154279"/>
            </a:avLst>
          </a:prstGeom>
          <a:solidFill>
            <a:srgbClr val="28282F"/>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7196614" y="2242066"/>
            <a:ext cx="237053" cy="296347"/>
          </a:xfrm>
          <a:prstGeom prst="rect">
            <a:avLst/>
          </a:prstGeom>
        </p:spPr>
      </p:pic>
      <p:sp>
        <p:nvSpPr>
          <p:cNvPr id="14" name="Text 10"/>
          <p:cNvSpPr/>
          <p:nvPr/>
        </p:nvSpPr>
        <p:spPr>
          <a:xfrm>
            <a:off x="5393531" y="2884170"/>
            <a:ext cx="2887028" cy="308610"/>
          </a:xfrm>
          <a:prstGeom prst="rect">
            <a:avLst/>
          </a:prstGeom>
          <a:noFill/>
          <a:ln/>
        </p:spPr>
        <p:txBody>
          <a:bodyPr wrap="none" lIns="0" tIns="0" rIns="0" bIns="0" rtlCol="0" anchor="t"/>
          <a:lstStyle/>
          <a:p>
            <a:pPr marL="0" indent="0" algn="l">
              <a:lnSpc>
                <a:spcPts val="2400"/>
              </a:lnSpc>
              <a:buNone/>
            </a:pPr>
            <a:r>
              <a:rPr lang="en-US" sz="1900" dirty="0">
                <a:solidFill>
                  <a:srgbClr val="161613"/>
                </a:solidFill>
                <a:latin typeface="DM Sans Medium" pitchFamily="34" charset="0"/>
                <a:ea typeface="DM Sans Medium" pitchFamily="34" charset="-122"/>
                <a:cs typeface="DM Sans Medium" pitchFamily="34" charset="-120"/>
              </a:rPr>
              <a:t>Engagement &amp; Retention</a:t>
            </a:r>
            <a:endParaRPr lang="en-US" sz="1900" dirty="0"/>
          </a:p>
        </p:txBody>
      </p:sp>
      <p:sp>
        <p:nvSpPr>
          <p:cNvPr id="15" name="Text 11"/>
          <p:cNvSpPr/>
          <p:nvPr/>
        </p:nvSpPr>
        <p:spPr>
          <a:xfrm>
            <a:off x="5393531" y="3311247"/>
            <a:ext cx="3843338" cy="1263968"/>
          </a:xfrm>
          <a:prstGeom prst="rect">
            <a:avLst/>
          </a:prstGeom>
          <a:noFill/>
          <a:ln/>
        </p:spPr>
        <p:txBody>
          <a:bodyPr wrap="square" lIns="0" tIns="0" rIns="0" bIns="0" rtlCol="0" anchor="t"/>
          <a:lstStyle/>
          <a:p>
            <a:pPr marL="0" indent="0" algn="l">
              <a:lnSpc>
                <a:spcPts val="2450"/>
              </a:lnSpc>
              <a:buNone/>
            </a:pPr>
            <a:r>
              <a:rPr lang="en-US" sz="1550" dirty="0">
                <a:solidFill>
                  <a:srgbClr val="161613"/>
                </a:solidFill>
                <a:latin typeface="Inter" pitchFamily="34" charset="0"/>
                <a:ea typeface="Inter" pitchFamily="34" charset="-122"/>
                <a:cs typeface="Inter" pitchFamily="34" charset="-120"/>
              </a:rPr>
              <a:t>We use sophisticated gamification, immediate feedback, and age-appropriate challenges to maintain child interest and sustained practice.</a:t>
            </a:r>
            <a:endParaRPr lang="en-US" sz="1550" dirty="0"/>
          </a:p>
        </p:txBody>
      </p:sp>
      <p:sp>
        <p:nvSpPr>
          <p:cNvPr id="16" name="Shape 12"/>
          <p:cNvSpPr/>
          <p:nvPr/>
        </p:nvSpPr>
        <p:spPr>
          <a:xfrm>
            <a:off x="9654778" y="2390299"/>
            <a:ext cx="4284107" cy="2713911"/>
          </a:xfrm>
          <a:prstGeom prst="roundRect">
            <a:avLst>
              <a:gd name="adj" fmla="val 4043"/>
            </a:avLst>
          </a:prstGeom>
          <a:solidFill>
            <a:srgbClr val="F9F8F5"/>
          </a:solidFill>
          <a:ln/>
        </p:spPr>
        <p:txBody>
          <a:bodyPr/>
          <a:lstStyle/>
          <a:p>
            <a:endParaRPr lang="en-US"/>
          </a:p>
        </p:txBody>
      </p:sp>
      <p:sp>
        <p:nvSpPr>
          <p:cNvPr id="17" name="Shape 13"/>
          <p:cNvSpPr/>
          <p:nvPr/>
        </p:nvSpPr>
        <p:spPr>
          <a:xfrm>
            <a:off x="9654778" y="2367439"/>
            <a:ext cx="4284107" cy="91440"/>
          </a:xfrm>
          <a:prstGeom prst="roundRect">
            <a:avLst>
              <a:gd name="adj" fmla="val 32411"/>
            </a:avLst>
          </a:prstGeom>
          <a:solidFill>
            <a:srgbClr val="28282F"/>
          </a:solidFill>
          <a:ln/>
        </p:spPr>
        <p:txBody>
          <a:bodyPr/>
          <a:lstStyle/>
          <a:p>
            <a:endParaRPr lang="en-US"/>
          </a:p>
        </p:txBody>
      </p:sp>
      <p:sp>
        <p:nvSpPr>
          <p:cNvPr id="18" name="Shape 14"/>
          <p:cNvSpPr/>
          <p:nvPr/>
        </p:nvSpPr>
        <p:spPr>
          <a:xfrm>
            <a:off x="11500485" y="2093952"/>
            <a:ext cx="592693" cy="592693"/>
          </a:xfrm>
          <a:prstGeom prst="roundRect">
            <a:avLst>
              <a:gd name="adj" fmla="val 154279"/>
            </a:avLst>
          </a:prstGeom>
          <a:solidFill>
            <a:srgbClr val="28282F"/>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11678245" y="2242066"/>
            <a:ext cx="237053" cy="296347"/>
          </a:xfrm>
          <a:prstGeom prst="rect">
            <a:avLst/>
          </a:prstGeom>
        </p:spPr>
      </p:pic>
      <p:sp>
        <p:nvSpPr>
          <p:cNvPr id="20" name="Text 15"/>
          <p:cNvSpPr/>
          <p:nvPr/>
        </p:nvSpPr>
        <p:spPr>
          <a:xfrm>
            <a:off x="9875163" y="2884170"/>
            <a:ext cx="3274695" cy="308610"/>
          </a:xfrm>
          <a:prstGeom prst="rect">
            <a:avLst/>
          </a:prstGeom>
          <a:noFill/>
          <a:ln/>
        </p:spPr>
        <p:txBody>
          <a:bodyPr wrap="none" lIns="0" tIns="0" rIns="0" bIns="0" rtlCol="0" anchor="t"/>
          <a:lstStyle/>
          <a:p>
            <a:pPr marL="0" indent="0" algn="l">
              <a:lnSpc>
                <a:spcPts val="2400"/>
              </a:lnSpc>
              <a:buNone/>
            </a:pPr>
            <a:r>
              <a:rPr lang="en-US" sz="1900" dirty="0">
                <a:solidFill>
                  <a:srgbClr val="161613"/>
                </a:solidFill>
                <a:latin typeface="DM Sans Medium" pitchFamily="34" charset="0"/>
                <a:ea typeface="DM Sans Medium" pitchFamily="34" charset="-122"/>
                <a:cs typeface="DM Sans Medium" pitchFamily="34" charset="-120"/>
              </a:rPr>
              <a:t>Post-Screening Intervention</a:t>
            </a:r>
            <a:endParaRPr lang="en-US" sz="1900" dirty="0"/>
          </a:p>
        </p:txBody>
      </p:sp>
      <p:sp>
        <p:nvSpPr>
          <p:cNvPr id="21" name="Text 16"/>
          <p:cNvSpPr/>
          <p:nvPr/>
        </p:nvSpPr>
        <p:spPr>
          <a:xfrm>
            <a:off x="9875163" y="3311247"/>
            <a:ext cx="3843338" cy="1263968"/>
          </a:xfrm>
          <a:prstGeom prst="rect">
            <a:avLst/>
          </a:prstGeom>
          <a:noFill/>
          <a:ln/>
        </p:spPr>
        <p:txBody>
          <a:bodyPr wrap="square" lIns="0" tIns="0" rIns="0" bIns="0" rtlCol="0" anchor="t"/>
          <a:lstStyle/>
          <a:p>
            <a:pPr marL="0" indent="0" algn="l">
              <a:lnSpc>
                <a:spcPts val="2450"/>
              </a:lnSpc>
              <a:buNone/>
            </a:pPr>
            <a:r>
              <a:rPr lang="en-US" sz="1550" dirty="0">
                <a:solidFill>
                  <a:srgbClr val="161613"/>
                </a:solidFill>
                <a:latin typeface="Inter" pitchFamily="34" charset="0"/>
                <a:ea typeface="Inter" pitchFamily="34" charset="-122"/>
                <a:cs typeface="Inter" pitchFamily="34" charset="-120"/>
              </a:rPr>
              <a:t>ReadBright provides clear, personalized </a:t>
            </a:r>
            <a:r>
              <a:rPr lang="en-US" sz="1550" dirty="0">
                <a:solidFill>
                  <a:srgbClr val="28282F"/>
                </a:solidFill>
                <a:latin typeface="Inter" pitchFamily="34" charset="0"/>
                <a:ea typeface="Inter" pitchFamily="34" charset="-122"/>
                <a:cs typeface="Inter" pitchFamily="34" charset="-120"/>
              </a:rPr>
              <a:t>intervention roadmaps</a:t>
            </a:r>
            <a:r>
              <a:rPr lang="en-US" sz="1550" dirty="0">
                <a:solidFill>
                  <a:srgbClr val="161613"/>
                </a:solidFill>
                <a:latin typeface="Inter" pitchFamily="34" charset="0"/>
                <a:ea typeface="Inter" pitchFamily="34" charset="-122"/>
                <a:cs typeface="Inter" pitchFamily="34" charset="-120"/>
              </a:rPr>
              <a:t> and links to clinical support, moving beyond simple screening.</a:t>
            </a:r>
            <a:endParaRPr lang="en-US" sz="1550" dirty="0"/>
          </a:p>
        </p:txBody>
      </p:sp>
      <p:sp>
        <p:nvSpPr>
          <p:cNvPr id="22" name="Shape 17"/>
          <p:cNvSpPr/>
          <p:nvPr/>
        </p:nvSpPr>
        <p:spPr>
          <a:xfrm>
            <a:off x="691515" y="5598081"/>
            <a:ext cx="6524863" cy="2089309"/>
          </a:xfrm>
          <a:prstGeom prst="roundRect">
            <a:avLst>
              <a:gd name="adj" fmla="val 5252"/>
            </a:avLst>
          </a:prstGeom>
          <a:solidFill>
            <a:srgbClr val="F9F8F5"/>
          </a:solidFill>
          <a:ln/>
        </p:spPr>
        <p:txBody>
          <a:bodyPr/>
          <a:lstStyle/>
          <a:p>
            <a:endParaRPr lang="en-US"/>
          </a:p>
        </p:txBody>
      </p:sp>
      <p:sp>
        <p:nvSpPr>
          <p:cNvPr id="23" name="Shape 18"/>
          <p:cNvSpPr/>
          <p:nvPr/>
        </p:nvSpPr>
        <p:spPr>
          <a:xfrm>
            <a:off x="691515" y="5575221"/>
            <a:ext cx="6524863" cy="91440"/>
          </a:xfrm>
          <a:prstGeom prst="roundRect">
            <a:avLst>
              <a:gd name="adj" fmla="val 32411"/>
            </a:avLst>
          </a:prstGeom>
          <a:solidFill>
            <a:srgbClr val="28282F"/>
          </a:solidFill>
          <a:ln/>
        </p:spPr>
        <p:txBody>
          <a:bodyPr/>
          <a:lstStyle/>
          <a:p>
            <a:endParaRPr lang="en-US"/>
          </a:p>
        </p:txBody>
      </p:sp>
      <p:sp>
        <p:nvSpPr>
          <p:cNvPr id="24" name="Shape 19"/>
          <p:cNvSpPr/>
          <p:nvPr/>
        </p:nvSpPr>
        <p:spPr>
          <a:xfrm>
            <a:off x="3657600" y="5301734"/>
            <a:ext cx="592693" cy="592693"/>
          </a:xfrm>
          <a:prstGeom prst="roundRect">
            <a:avLst>
              <a:gd name="adj" fmla="val 154279"/>
            </a:avLst>
          </a:prstGeom>
          <a:solidFill>
            <a:srgbClr val="28282F"/>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3835360" y="5449848"/>
            <a:ext cx="237053" cy="296347"/>
          </a:xfrm>
          <a:prstGeom prst="rect">
            <a:avLst/>
          </a:prstGeom>
        </p:spPr>
      </p:pic>
      <p:sp>
        <p:nvSpPr>
          <p:cNvPr id="26" name="Text 20"/>
          <p:cNvSpPr/>
          <p:nvPr/>
        </p:nvSpPr>
        <p:spPr>
          <a:xfrm>
            <a:off x="911900" y="6091952"/>
            <a:ext cx="2876312" cy="308610"/>
          </a:xfrm>
          <a:prstGeom prst="rect">
            <a:avLst/>
          </a:prstGeom>
          <a:noFill/>
          <a:ln/>
        </p:spPr>
        <p:txBody>
          <a:bodyPr wrap="none" lIns="0" tIns="0" rIns="0" bIns="0" rtlCol="0" anchor="t"/>
          <a:lstStyle/>
          <a:p>
            <a:pPr marL="0" indent="0" algn="l">
              <a:lnSpc>
                <a:spcPts val="2400"/>
              </a:lnSpc>
              <a:buNone/>
            </a:pPr>
            <a:r>
              <a:rPr lang="en-US" sz="1900" dirty="0">
                <a:solidFill>
                  <a:srgbClr val="161613"/>
                </a:solidFill>
                <a:latin typeface="DM Sans Medium" pitchFamily="34" charset="0"/>
                <a:ea typeface="DM Sans Medium" pitchFamily="34" charset="-122"/>
                <a:cs typeface="DM Sans Medium" pitchFamily="34" charset="-120"/>
              </a:rPr>
              <a:t>Dyslexia-Friendly Design</a:t>
            </a:r>
            <a:endParaRPr lang="en-US" sz="1900" dirty="0"/>
          </a:p>
        </p:txBody>
      </p:sp>
      <p:sp>
        <p:nvSpPr>
          <p:cNvPr id="27" name="Text 21"/>
          <p:cNvSpPr/>
          <p:nvPr/>
        </p:nvSpPr>
        <p:spPr>
          <a:xfrm>
            <a:off x="911900" y="6519029"/>
            <a:ext cx="6084094" cy="947976"/>
          </a:xfrm>
          <a:prstGeom prst="rect">
            <a:avLst/>
          </a:prstGeom>
          <a:noFill/>
          <a:ln/>
        </p:spPr>
        <p:txBody>
          <a:bodyPr wrap="square" lIns="0" tIns="0" rIns="0" bIns="0" rtlCol="0" anchor="t"/>
          <a:lstStyle/>
          <a:p>
            <a:pPr marL="0" indent="0" algn="l">
              <a:lnSpc>
                <a:spcPts val="2450"/>
              </a:lnSpc>
              <a:buNone/>
            </a:pPr>
            <a:r>
              <a:rPr lang="en-US" sz="1550" dirty="0">
                <a:solidFill>
                  <a:srgbClr val="161613"/>
                </a:solidFill>
                <a:latin typeface="Inter" pitchFamily="34" charset="0"/>
                <a:ea typeface="Inter" pitchFamily="34" charset="-122"/>
                <a:cs typeface="Inter" pitchFamily="34" charset="-120"/>
              </a:rPr>
              <a:t>The app includes custom fonts, adjustable spacing, color overlays, and simple layouts to reduce visual strain and boost comprehension.</a:t>
            </a:r>
            <a:endParaRPr lang="en-US" sz="1550" dirty="0"/>
          </a:p>
        </p:txBody>
      </p:sp>
      <p:sp>
        <p:nvSpPr>
          <p:cNvPr id="28" name="Shape 22"/>
          <p:cNvSpPr/>
          <p:nvPr/>
        </p:nvSpPr>
        <p:spPr>
          <a:xfrm>
            <a:off x="7413903" y="5598081"/>
            <a:ext cx="6524982" cy="2089309"/>
          </a:xfrm>
          <a:prstGeom prst="roundRect">
            <a:avLst>
              <a:gd name="adj" fmla="val 5252"/>
            </a:avLst>
          </a:prstGeom>
          <a:solidFill>
            <a:srgbClr val="F9F8F5"/>
          </a:solidFill>
          <a:ln/>
        </p:spPr>
        <p:txBody>
          <a:bodyPr/>
          <a:lstStyle/>
          <a:p>
            <a:endParaRPr lang="en-US"/>
          </a:p>
        </p:txBody>
      </p:sp>
      <p:sp>
        <p:nvSpPr>
          <p:cNvPr id="29" name="Shape 23"/>
          <p:cNvSpPr/>
          <p:nvPr/>
        </p:nvSpPr>
        <p:spPr>
          <a:xfrm>
            <a:off x="7413903" y="5575221"/>
            <a:ext cx="6524982" cy="91440"/>
          </a:xfrm>
          <a:prstGeom prst="roundRect">
            <a:avLst>
              <a:gd name="adj" fmla="val 32411"/>
            </a:avLst>
          </a:prstGeom>
          <a:solidFill>
            <a:srgbClr val="28282F"/>
          </a:solidFill>
          <a:ln/>
        </p:spPr>
        <p:txBody>
          <a:bodyPr/>
          <a:lstStyle/>
          <a:p>
            <a:endParaRPr lang="en-US"/>
          </a:p>
        </p:txBody>
      </p:sp>
      <p:sp>
        <p:nvSpPr>
          <p:cNvPr id="30" name="Shape 24"/>
          <p:cNvSpPr/>
          <p:nvPr/>
        </p:nvSpPr>
        <p:spPr>
          <a:xfrm>
            <a:off x="10379988" y="5301734"/>
            <a:ext cx="592693" cy="592693"/>
          </a:xfrm>
          <a:prstGeom prst="roundRect">
            <a:avLst>
              <a:gd name="adj" fmla="val 154279"/>
            </a:avLst>
          </a:prstGeom>
          <a:solidFill>
            <a:srgbClr val="28282F"/>
          </a:solidFill>
          <a:ln/>
        </p:spPr>
        <p:txBody>
          <a:bodyPr/>
          <a:lstStyle/>
          <a:p>
            <a:endParaRPr lang="en-US"/>
          </a:p>
        </p:txBody>
      </p:sp>
      <p:pic>
        <p:nvPicPr>
          <p:cNvPr id="31" name="Image 4" descr="preencoded.png"/>
          <p:cNvPicPr>
            <a:picLocks noChangeAspect="1"/>
          </p:cNvPicPr>
          <p:nvPr/>
        </p:nvPicPr>
        <p:blipFill>
          <a:blip r:embed="rId7"/>
          <a:stretch>
            <a:fillRect/>
          </a:stretch>
        </p:blipFill>
        <p:spPr>
          <a:xfrm>
            <a:off x="10557748" y="5449848"/>
            <a:ext cx="237053" cy="296347"/>
          </a:xfrm>
          <a:prstGeom prst="rect">
            <a:avLst/>
          </a:prstGeom>
        </p:spPr>
      </p:pic>
      <p:sp>
        <p:nvSpPr>
          <p:cNvPr id="32" name="Text 25"/>
          <p:cNvSpPr/>
          <p:nvPr/>
        </p:nvSpPr>
        <p:spPr>
          <a:xfrm>
            <a:off x="7634288" y="6091952"/>
            <a:ext cx="4226123" cy="308610"/>
          </a:xfrm>
          <a:prstGeom prst="rect">
            <a:avLst/>
          </a:prstGeom>
          <a:noFill/>
          <a:ln/>
        </p:spPr>
        <p:txBody>
          <a:bodyPr wrap="none" lIns="0" tIns="0" rIns="0" bIns="0" rtlCol="0" anchor="t"/>
          <a:lstStyle/>
          <a:p>
            <a:pPr marL="0" indent="0" algn="l">
              <a:lnSpc>
                <a:spcPts val="2400"/>
              </a:lnSpc>
              <a:buNone/>
            </a:pPr>
            <a:r>
              <a:rPr lang="en-US" sz="1900" dirty="0">
                <a:solidFill>
                  <a:srgbClr val="161613"/>
                </a:solidFill>
                <a:latin typeface="DM Sans Medium" pitchFamily="34" charset="0"/>
                <a:ea typeface="DM Sans Medium" pitchFamily="34" charset="-122"/>
                <a:cs typeface="DM Sans Medium" pitchFamily="34" charset="-120"/>
              </a:rPr>
              <a:t>Adaptive &amp; Age-Appropriate Testing</a:t>
            </a:r>
            <a:endParaRPr lang="en-US" sz="1900" dirty="0"/>
          </a:p>
        </p:txBody>
      </p:sp>
      <p:sp>
        <p:nvSpPr>
          <p:cNvPr id="33" name="Text 26"/>
          <p:cNvSpPr/>
          <p:nvPr/>
        </p:nvSpPr>
        <p:spPr>
          <a:xfrm>
            <a:off x="7634288" y="6519029"/>
            <a:ext cx="6084213" cy="947976"/>
          </a:xfrm>
          <a:prstGeom prst="rect">
            <a:avLst/>
          </a:prstGeom>
          <a:noFill/>
          <a:ln/>
        </p:spPr>
        <p:txBody>
          <a:bodyPr wrap="square" lIns="0" tIns="0" rIns="0" bIns="0" rtlCol="0" anchor="t"/>
          <a:lstStyle/>
          <a:p>
            <a:pPr marL="0" indent="0" algn="l">
              <a:lnSpc>
                <a:spcPts val="2450"/>
              </a:lnSpc>
              <a:buNone/>
            </a:pPr>
            <a:r>
              <a:rPr lang="en-US" sz="1550" dirty="0">
                <a:solidFill>
                  <a:srgbClr val="161613"/>
                </a:solidFill>
                <a:latin typeface="Inter" pitchFamily="34" charset="0"/>
                <a:ea typeface="Inter" pitchFamily="34" charset="-122"/>
                <a:cs typeface="Inter" pitchFamily="34" charset="-120"/>
              </a:rPr>
              <a:t>Testing modules are developmentally adaptive, ensuring accuracy and relevance for the specific age and skill level of the child.</a:t>
            </a:r>
            <a:endParaRPr lang="en-US" sz="1550" dirty="0"/>
          </a:p>
        </p:txBody>
      </p:sp>
      <p:grpSp>
        <p:nvGrpSpPr>
          <p:cNvPr id="37" name="Group 36">
            <a:extLst>
              <a:ext uri="{FF2B5EF4-FFF2-40B4-BE49-F238E27FC236}">
                <a16:creationId xmlns:a16="http://schemas.microsoft.com/office/drawing/2014/main" id="{C821DE45-30AC-C268-2E33-8BA97A04EA20}"/>
              </a:ext>
            </a:extLst>
          </p:cNvPr>
          <p:cNvGrpSpPr/>
          <p:nvPr/>
        </p:nvGrpSpPr>
        <p:grpSpPr>
          <a:xfrm>
            <a:off x="12928992" y="7766520"/>
            <a:ext cx="1524240" cy="321480"/>
            <a:chOff x="12928992" y="7766520"/>
            <a:chExt cx="1524240" cy="321480"/>
          </a:xfrm>
        </p:grpSpPr>
        <mc:AlternateContent xmlns:mc="http://schemas.openxmlformats.org/markup-compatibility/2006">
          <mc:Choice xmlns:p14="http://schemas.microsoft.com/office/powerpoint/2010/main" Requires="p14">
            <p:contentPart p14:bwMode="auto" r:id="rId8">
              <p14:nvContentPartPr>
                <p14:cNvPr id="34" name="Ink 33">
                  <a:extLst>
                    <a:ext uri="{FF2B5EF4-FFF2-40B4-BE49-F238E27FC236}">
                      <a16:creationId xmlns:a16="http://schemas.microsoft.com/office/drawing/2014/main" id="{5D764C5E-6A3C-4E02-7E7F-1BD0E884CC94}"/>
                    </a:ext>
                  </a:extLst>
                </p14:cNvPr>
                <p14:cNvContentPartPr/>
                <p14:nvPr/>
              </p14:nvContentPartPr>
              <p14:xfrm>
                <a:off x="12928992" y="7766520"/>
                <a:ext cx="1524240" cy="302760"/>
              </p14:xfrm>
            </p:contentPart>
          </mc:Choice>
          <mc:Fallback>
            <p:pic>
              <p:nvPicPr>
                <p:cNvPr id="34" name="Ink 33">
                  <a:extLst>
                    <a:ext uri="{FF2B5EF4-FFF2-40B4-BE49-F238E27FC236}">
                      <a16:creationId xmlns:a16="http://schemas.microsoft.com/office/drawing/2014/main" id="{5D764C5E-6A3C-4E02-7E7F-1BD0E884CC94}"/>
                    </a:ext>
                  </a:extLst>
                </p:cNvPr>
                <p:cNvPicPr/>
                <p:nvPr/>
              </p:nvPicPr>
              <p:blipFill>
                <a:blip r:embed="rId9"/>
                <a:stretch>
                  <a:fillRect/>
                </a:stretch>
              </p:blipFill>
              <p:spPr>
                <a:xfrm>
                  <a:off x="12866352" y="7703880"/>
                  <a:ext cx="1649880" cy="4284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35" name="Ink 34">
                  <a:extLst>
                    <a:ext uri="{FF2B5EF4-FFF2-40B4-BE49-F238E27FC236}">
                      <a16:creationId xmlns:a16="http://schemas.microsoft.com/office/drawing/2014/main" id="{92274B96-D218-69FA-83C2-F0BFB6D4E97C}"/>
                    </a:ext>
                  </a:extLst>
                </p14:cNvPr>
                <p14:cNvContentPartPr/>
                <p14:nvPr/>
              </p14:nvContentPartPr>
              <p14:xfrm>
                <a:off x="13817472" y="7927800"/>
                <a:ext cx="510840" cy="160200"/>
              </p14:xfrm>
            </p:contentPart>
          </mc:Choice>
          <mc:Fallback>
            <p:pic>
              <p:nvPicPr>
                <p:cNvPr id="35" name="Ink 34">
                  <a:extLst>
                    <a:ext uri="{FF2B5EF4-FFF2-40B4-BE49-F238E27FC236}">
                      <a16:creationId xmlns:a16="http://schemas.microsoft.com/office/drawing/2014/main" id="{92274B96-D218-69FA-83C2-F0BFB6D4E97C}"/>
                    </a:ext>
                  </a:extLst>
                </p:cNvPr>
                <p:cNvPicPr/>
                <p:nvPr/>
              </p:nvPicPr>
              <p:blipFill>
                <a:blip r:embed="rId11"/>
                <a:stretch>
                  <a:fillRect/>
                </a:stretch>
              </p:blipFill>
              <p:spPr>
                <a:xfrm>
                  <a:off x="13754832" y="7865160"/>
                  <a:ext cx="636480" cy="285840"/>
                </a:xfrm>
                <a:prstGeom prst="rect">
                  <a:avLst/>
                </a:prstGeom>
              </p:spPr>
            </p:pic>
          </mc:Fallback>
        </mc:AlternateContent>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FDFE0"/>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4" name="Text 1"/>
          <p:cNvSpPr/>
          <p:nvPr/>
        </p:nvSpPr>
        <p:spPr>
          <a:xfrm>
            <a:off x="648176" y="723662"/>
            <a:ext cx="10493454" cy="578763"/>
          </a:xfrm>
          <a:prstGeom prst="rect">
            <a:avLst/>
          </a:prstGeom>
          <a:noFill/>
          <a:ln/>
        </p:spPr>
        <p:txBody>
          <a:bodyPr wrap="none" lIns="0" tIns="0" rIns="0" bIns="0" rtlCol="0" anchor="t"/>
          <a:lstStyle/>
          <a:p>
            <a:pPr marL="0" indent="0" algn="l">
              <a:lnSpc>
                <a:spcPts val="4550"/>
              </a:lnSpc>
              <a:buNone/>
            </a:pPr>
            <a:r>
              <a:rPr lang="en-US" sz="3600" dirty="0">
                <a:solidFill>
                  <a:srgbClr val="161613"/>
                </a:solidFill>
                <a:latin typeface="DM Sans Medium" pitchFamily="34" charset="0"/>
                <a:ea typeface="DM Sans Medium" pitchFamily="34" charset="-122"/>
                <a:cs typeface="DM Sans Medium" pitchFamily="34" charset="-120"/>
              </a:rPr>
              <a:t>Key Features: Building a Holistic Support System</a:t>
            </a:r>
            <a:endParaRPr lang="en-US" sz="3600" dirty="0"/>
          </a:p>
        </p:txBody>
      </p:sp>
      <p:pic>
        <p:nvPicPr>
          <p:cNvPr id="5" name="Image 1" descr="preencoded.png"/>
          <p:cNvPicPr>
            <a:picLocks noChangeAspect="1"/>
          </p:cNvPicPr>
          <p:nvPr/>
        </p:nvPicPr>
        <p:blipFill>
          <a:blip r:embed="rId4"/>
          <a:stretch>
            <a:fillRect/>
          </a:stretch>
        </p:blipFill>
        <p:spPr>
          <a:xfrm>
            <a:off x="717590" y="1551265"/>
            <a:ext cx="277773" cy="347186"/>
          </a:xfrm>
          <a:prstGeom prst="rect">
            <a:avLst/>
          </a:prstGeom>
        </p:spPr>
      </p:pic>
      <p:sp>
        <p:nvSpPr>
          <p:cNvPr id="6" name="Text 2"/>
          <p:cNvSpPr/>
          <p:nvPr/>
        </p:nvSpPr>
        <p:spPr>
          <a:xfrm>
            <a:off x="1250037" y="1580198"/>
            <a:ext cx="3575328" cy="289441"/>
          </a:xfrm>
          <a:prstGeom prst="rect">
            <a:avLst/>
          </a:prstGeom>
          <a:noFill/>
          <a:ln/>
        </p:spPr>
        <p:txBody>
          <a:bodyPr wrap="none" lIns="0" tIns="0" rIns="0" bIns="0" rtlCol="0" anchor="t"/>
          <a:lstStyle/>
          <a:p>
            <a:pPr marL="0" indent="0" algn="l">
              <a:lnSpc>
                <a:spcPts val="2250"/>
              </a:lnSpc>
              <a:buNone/>
            </a:pPr>
            <a:r>
              <a:rPr lang="en-US" sz="1800" dirty="0">
                <a:solidFill>
                  <a:srgbClr val="161613"/>
                </a:solidFill>
                <a:latin typeface="DM Sans Medium" pitchFamily="34" charset="0"/>
                <a:ea typeface="DM Sans Medium" pitchFamily="34" charset="-122"/>
                <a:cs typeface="DM Sans Medium" pitchFamily="34" charset="-120"/>
              </a:rPr>
              <a:t>Multisensory Learning &amp; Support</a:t>
            </a:r>
            <a:endParaRPr lang="en-US" sz="1800" dirty="0"/>
          </a:p>
        </p:txBody>
      </p:sp>
      <p:sp>
        <p:nvSpPr>
          <p:cNvPr id="7" name="Text 3"/>
          <p:cNvSpPr/>
          <p:nvPr/>
        </p:nvSpPr>
        <p:spPr>
          <a:xfrm>
            <a:off x="1250037" y="1980724"/>
            <a:ext cx="3688437" cy="889040"/>
          </a:xfrm>
          <a:prstGeom prst="rect">
            <a:avLst/>
          </a:prstGeom>
          <a:noFill/>
          <a:ln/>
        </p:spPr>
        <p:txBody>
          <a:bodyPr wrap="square" lIns="0" tIns="0" rIns="0" bIns="0" rtlCol="0" anchor="t"/>
          <a:lstStyle/>
          <a:p>
            <a:pPr marL="342900" indent="-342900" algn="l">
              <a:lnSpc>
                <a:spcPts val="2300"/>
              </a:lnSpc>
              <a:buSzPct val="100000"/>
              <a:buChar char="•"/>
            </a:pPr>
            <a:r>
              <a:rPr lang="en-US" sz="1450" dirty="0">
                <a:solidFill>
                  <a:srgbClr val="161613"/>
                </a:solidFill>
                <a:latin typeface="Inter" pitchFamily="34" charset="0"/>
                <a:ea typeface="Inter" pitchFamily="34" charset="-122"/>
                <a:cs typeface="Inter" pitchFamily="34" charset="-120"/>
              </a:rPr>
              <a:t>Integrate audio, visual, and tactile activities (text-to-speech, letter tracing).</a:t>
            </a:r>
            <a:endParaRPr lang="en-US" sz="1450" dirty="0"/>
          </a:p>
        </p:txBody>
      </p:sp>
      <p:sp>
        <p:nvSpPr>
          <p:cNvPr id="8" name="Text 4"/>
          <p:cNvSpPr/>
          <p:nvPr/>
        </p:nvSpPr>
        <p:spPr>
          <a:xfrm>
            <a:off x="1250037" y="2934533"/>
            <a:ext cx="3688437" cy="889040"/>
          </a:xfrm>
          <a:prstGeom prst="rect">
            <a:avLst/>
          </a:prstGeom>
          <a:noFill/>
          <a:ln/>
        </p:spPr>
        <p:txBody>
          <a:bodyPr wrap="square" lIns="0" tIns="0" rIns="0" bIns="0" rtlCol="0" anchor="t"/>
          <a:lstStyle/>
          <a:p>
            <a:pPr marL="342900" indent="-342900" algn="l">
              <a:lnSpc>
                <a:spcPts val="2300"/>
              </a:lnSpc>
              <a:buSzPct val="100000"/>
              <a:buChar char="•"/>
            </a:pPr>
            <a:r>
              <a:rPr lang="en-US" sz="1450" dirty="0">
                <a:solidFill>
                  <a:srgbClr val="161613"/>
                </a:solidFill>
                <a:latin typeface="Inter" pitchFamily="34" charset="0"/>
                <a:ea typeface="Inter" pitchFamily="34" charset="-122"/>
                <a:cs typeface="Inter" pitchFamily="34" charset="-120"/>
              </a:rPr>
              <a:t>Adjustable dyslexia-friendly fonts, spacing, background colors, and visual aids.</a:t>
            </a:r>
            <a:endParaRPr lang="en-US" sz="1450" dirty="0"/>
          </a:p>
        </p:txBody>
      </p:sp>
      <p:sp>
        <p:nvSpPr>
          <p:cNvPr id="9" name="Text 5"/>
          <p:cNvSpPr/>
          <p:nvPr/>
        </p:nvSpPr>
        <p:spPr>
          <a:xfrm>
            <a:off x="1250037" y="3888343"/>
            <a:ext cx="3688437" cy="889040"/>
          </a:xfrm>
          <a:prstGeom prst="rect">
            <a:avLst/>
          </a:prstGeom>
          <a:noFill/>
          <a:ln/>
        </p:spPr>
        <p:txBody>
          <a:bodyPr wrap="square" lIns="0" tIns="0" rIns="0" bIns="0" rtlCol="0" anchor="t"/>
          <a:lstStyle/>
          <a:p>
            <a:pPr marL="342900" indent="-342900" algn="l">
              <a:lnSpc>
                <a:spcPts val="2300"/>
              </a:lnSpc>
              <a:buSzPct val="100000"/>
              <a:buChar char="•"/>
            </a:pPr>
            <a:r>
              <a:rPr lang="en-US" sz="1450" dirty="0">
                <a:solidFill>
                  <a:srgbClr val="161613"/>
                </a:solidFill>
                <a:latin typeface="Inter" pitchFamily="34" charset="0"/>
                <a:ea typeface="Inter" pitchFamily="34" charset="-122"/>
                <a:cs typeface="Inter" pitchFamily="34" charset="-120"/>
              </a:rPr>
              <a:t>Writing assistance via speech-to-text, predictive text, and graphic organizers.</a:t>
            </a:r>
            <a:endParaRPr lang="en-US" sz="1450" dirty="0"/>
          </a:p>
        </p:txBody>
      </p:sp>
      <p:pic>
        <p:nvPicPr>
          <p:cNvPr id="10" name="Image 2" descr="preencoded.png"/>
          <p:cNvPicPr>
            <a:picLocks noChangeAspect="1"/>
          </p:cNvPicPr>
          <p:nvPr/>
        </p:nvPicPr>
        <p:blipFill>
          <a:blip r:embed="rId4"/>
          <a:stretch>
            <a:fillRect/>
          </a:stretch>
        </p:blipFill>
        <p:spPr>
          <a:xfrm>
            <a:off x="5239345" y="1551265"/>
            <a:ext cx="277773" cy="347186"/>
          </a:xfrm>
          <a:prstGeom prst="rect">
            <a:avLst/>
          </a:prstGeom>
        </p:spPr>
      </p:pic>
      <p:sp>
        <p:nvSpPr>
          <p:cNvPr id="11" name="Text 6"/>
          <p:cNvSpPr/>
          <p:nvPr/>
        </p:nvSpPr>
        <p:spPr>
          <a:xfrm>
            <a:off x="5771793" y="1580198"/>
            <a:ext cx="2922389" cy="289441"/>
          </a:xfrm>
          <a:prstGeom prst="rect">
            <a:avLst/>
          </a:prstGeom>
          <a:noFill/>
          <a:ln/>
        </p:spPr>
        <p:txBody>
          <a:bodyPr wrap="none" lIns="0" tIns="0" rIns="0" bIns="0" rtlCol="0" anchor="t"/>
          <a:lstStyle/>
          <a:p>
            <a:pPr marL="0" indent="0" algn="l">
              <a:lnSpc>
                <a:spcPts val="2250"/>
              </a:lnSpc>
              <a:buNone/>
            </a:pPr>
            <a:r>
              <a:rPr lang="en-US" sz="1800" dirty="0">
                <a:solidFill>
                  <a:srgbClr val="161613"/>
                </a:solidFill>
                <a:latin typeface="DM Sans Medium" pitchFamily="34" charset="0"/>
                <a:ea typeface="DM Sans Medium" pitchFamily="34" charset="-122"/>
                <a:cs typeface="DM Sans Medium" pitchFamily="34" charset="-120"/>
              </a:rPr>
              <a:t>Engagement &amp; Confidence</a:t>
            </a:r>
            <a:endParaRPr lang="en-US" sz="1800" dirty="0"/>
          </a:p>
        </p:txBody>
      </p:sp>
      <p:sp>
        <p:nvSpPr>
          <p:cNvPr id="12" name="Text 7"/>
          <p:cNvSpPr/>
          <p:nvPr/>
        </p:nvSpPr>
        <p:spPr>
          <a:xfrm>
            <a:off x="5771793" y="1980724"/>
            <a:ext cx="3688556" cy="889040"/>
          </a:xfrm>
          <a:prstGeom prst="rect">
            <a:avLst/>
          </a:prstGeom>
          <a:noFill/>
          <a:ln/>
        </p:spPr>
        <p:txBody>
          <a:bodyPr wrap="square" lIns="0" tIns="0" rIns="0" bIns="0" rtlCol="0" anchor="t"/>
          <a:lstStyle/>
          <a:p>
            <a:pPr marL="342900" indent="-342900" algn="l">
              <a:lnSpc>
                <a:spcPts val="2300"/>
              </a:lnSpc>
              <a:buSzPct val="100000"/>
              <a:buChar char="•"/>
            </a:pPr>
            <a:r>
              <a:rPr lang="en-US" sz="1450" dirty="0">
                <a:solidFill>
                  <a:srgbClr val="161613"/>
                </a:solidFill>
                <a:latin typeface="Inter" pitchFamily="34" charset="0"/>
                <a:ea typeface="Inter" pitchFamily="34" charset="-122"/>
                <a:cs typeface="Inter" pitchFamily="34" charset="-120"/>
              </a:rPr>
              <a:t>Progressive challenges, rewards, badges, and interactive stories (Gamification).</a:t>
            </a:r>
            <a:endParaRPr lang="en-US" sz="1450" dirty="0"/>
          </a:p>
        </p:txBody>
      </p:sp>
      <p:sp>
        <p:nvSpPr>
          <p:cNvPr id="13" name="Text 8"/>
          <p:cNvSpPr/>
          <p:nvPr/>
        </p:nvSpPr>
        <p:spPr>
          <a:xfrm>
            <a:off x="5771793" y="2934533"/>
            <a:ext cx="3688556" cy="889040"/>
          </a:xfrm>
          <a:prstGeom prst="rect">
            <a:avLst/>
          </a:prstGeom>
          <a:noFill/>
          <a:ln/>
        </p:spPr>
        <p:txBody>
          <a:bodyPr wrap="square" lIns="0" tIns="0" rIns="0" bIns="0" rtlCol="0" anchor="t"/>
          <a:lstStyle/>
          <a:p>
            <a:pPr marL="342900" indent="-342900" algn="l">
              <a:lnSpc>
                <a:spcPts val="2300"/>
              </a:lnSpc>
              <a:buSzPct val="100000"/>
              <a:buChar char="•"/>
            </a:pPr>
            <a:r>
              <a:rPr lang="en-US" sz="1450" dirty="0">
                <a:solidFill>
                  <a:srgbClr val="161613"/>
                </a:solidFill>
                <a:latin typeface="Inter" pitchFamily="34" charset="0"/>
                <a:ea typeface="Inter" pitchFamily="34" charset="-122"/>
                <a:cs typeface="Inter" pitchFamily="34" charset="-120"/>
              </a:rPr>
              <a:t>Scaffolded learning path: foundational to advanced literacy with increasing complexity.</a:t>
            </a:r>
            <a:endParaRPr lang="en-US" sz="1450" dirty="0"/>
          </a:p>
        </p:txBody>
      </p:sp>
      <p:sp>
        <p:nvSpPr>
          <p:cNvPr id="14" name="Text 9"/>
          <p:cNvSpPr/>
          <p:nvPr/>
        </p:nvSpPr>
        <p:spPr>
          <a:xfrm>
            <a:off x="5771793" y="3888343"/>
            <a:ext cx="3688556" cy="889040"/>
          </a:xfrm>
          <a:prstGeom prst="rect">
            <a:avLst/>
          </a:prstGeom>
          <a:noFill/>
          <a:ln/>
        </p:spPr>
        <p:txBody>
          <a:bodyPr wrap="square" lIns="0" tIns="0" rIns="0" bIns="0" rtlCol="0" anchor="t"/>
          <a:lstStyle/>
          <a:p>
            <a:pPr marL="342900" indent="-342900" algn="l">
              <a:lnSpc>
                <a:spcPts val="2300"/>
              </a:lnSpc>
              <a:buSzPct val="100000"/>
              <a:buChar char="•"/>
            </a:pPr>
            <a:r>
              <a:rPr lang="en-US" sz="1450" dirty="0">
                <a:solidFill>
                  <a:srgbClr val="161613"/>
                </a:solidFill>
                <a:latin typeface="Inter" pitchFamily="34" charset="0"/>
                <a:ea typeface="Inter" pitchFamily="34" charset="-122"/>
                <a:cs typeface="Inter" pitchFamily="34" charset="-120"/>
              </a:rPr>
              <a:t>Emotional support: positive feedback, customizable avatars, and celebratory messages to boost self-esteem.</a:t>
            </a:r>
            <a:endParaRPr lang="en-US" sz="1450" dirty="0"/>
          </a:p>
        </p:txBody>
      </p:sp>
      <p:pic>
        <p:nvPicPr>
          <p:cNvPr id="15" name="Image 3" descr="preencoded.png"/>
          <p:cNvPicPr>
            <a:picLocks noChangeAspect="1"/>
          </p:cNvPicPr>
          <p:nvPr/>
        </p:nvPicPr>
        <p:blipFill>
          <a:blip r:embed="rId4"/>
          <a:stretch>
            <a:fillRect/>
          </a:stretch>
        </p:blipFill>
        <p:spPr>
          <a:xfrm>
            <a:off x="9761220" y="1551265"/>
            <a:ext cx="277773" cy="347186"/>
          </a:xfrm>
          <a:prstGeom prst="rect">
            <a:avLst/>
          </a:prstGeom>
        </p:spPr>
      </p:pic>
      <p:sp>
        <p:nvSpPr>
          <p:cNvPr id="16" name="Text 10"/>
          <p:cNvSpPr/>
          <p:nvPr/>
        </p:nvSpPr>
        <p:spPr>
          <a:xfrm>
            <a:off x="10293668" y="1580198"/>
            <a:ext cx="2873097" cy="289441"/>
          </a:xfrm>
          <a:prstGeom prst="rect">
            <a:avLst/>
          </a:prstGeom>
          <a:noFill/>
          <a:ln/>
        </p:spPr>
        <p:txBody>
          <a:bodyPr wrap="none" lIns="0" tIns="0" rIns="0" bIns="0" rtlCol="0" anchor="t"/>
          <a:lstStyle/>
          <a:p>
            <a:pPr marL="0" indent="0" algn="l">
              <a:lnSpc>
                <a:spcPts val="2250"/>
              </a:lnSpc>
              <a:buNone/>
            </a:pPr>
            <a:r>
              <a:rPr lang="en-US" sz="1800" dirty="0">
                <a:solidFill>
                  <a:srgbClr val="161613"/>
                </a:solidFill>
                <a:latin typeface="DM Sans Medium" pitchFamily="34" charset="0"/>
                <a:ea typeface="DM Sans Medium" pitchFamily="34" charset="-122"/>
                <a:cs typeface="DM Sans Medium" pitchFamily="34" charset="-120"/>
              </a:rPr>
              <a:t>Integration &amp; Accessibility</a:t>
            </a:r>
            <a:endParaRPr lang="en-US" sz="1800" dirty="0"/>
          </a:p>
        </p:txBody>
      </p:sp>
      <p:sp>
        <p:nvSpPr>
          <p:cNvPr id="17" name="Text 11"/>
          <p:cNvSpPr/>
          <p:nvPr/>
        </p:nvSpPr>
        <p:spPr>
          <a:xfrm>
            <a:off x="10293668" y="1980724"/>
            <a:ext cx="3688556" cy="889040"/>
          </a:xfrm>
          <a:prstGeom prst="rect">
            <a:avLst/>
          </a:prstGeom>
          <a:noFill/>
          <a:ln/>
        </p:spPr>
        <p:txBody>
          <a:bodyPr wrap="square" lIns="0" tIns="0" rIns="0" bIns="0" rtlCol="0" anchor="t"/>
          <a:lstStyle/>
          <a:p>
            <a:pPr marL="342900" indent="-342900" algn="l">
              <a:lnSpc>
                <a:spcPts val="2300"/>
              </a:lnSpc>
              <a:buSzPct val="100000"/>
              <a:buChar char="•"/>
            </a:pPr>
            <a:r>
              <a:rPr lang="en-US" sz="1450" dirty="0">
                <a:solidFill>
                  <a:srgbClr val="161613"/>
                </a:solidFill>
                <a:latin typeface="Inter" pitchFamily="34" charset="0"/>
                <a:ea typeface="Inter" pitchFamily="34" charset="-122"/>
                <a:cs typeface="Inter" pitchFamily="34" charset="-120"/>
              </a:rPr>
              <a:t>Family/School Integration: Parents and teachers track progress, assign tasks, and communicate securely.</a:t>
            </a:r>
            <a:endParaRPr lang="en-US" sz="1450" dirty="0"/>
          </a:p>
        </p:txBody>
      </p:sp>
      <p:sp>
        <p:nvSpPr>
          <p:cNvPr id="18" name="Text 12"/>
          <p:cNvSpPr/>
          <p:nvPr/>
        </p:nvSpPr>
        <p:spPr>
          <a:xfrm>
            <a:off x="10293668" y="2934533"/>
            <a:ext cx="3688556" cy="889040"/>
          </a:xfrm>
          <a:prstGeom prst="rect">
            <a:avLst/>
          </a:prstGeom>
          <a:noFill/>
          <a:ln/>
        </p:spPr>
        <p:txBody>
          <a:bodyPr wrap="square" lIns="0" tIns="0" rIns="0" bIns="0" rtlCol="0" anchor="t"/>
          <a:lstStyle/>
          <a:p>
            <a:pPr marL="342900" indent="-342900" algn="l">
              <a:lnSpc>
                <a:spcPts val="2300"/>
              </a:lnSpc>
              <a:buSzPct val="100000"/>
              <a:buChar char="•"/>
            </a:pPr>
            <a:r>
              <a:rPr lang="en-US" sz="1450" dirty="0">
                <a:solidFill>
                  <a:srgbClr val="161613"/>
                </a:solidFill>
                <a:latin typeface="Inter" pitchFamily="34" charset="0"/>
                <a:ea typeface="Inter" pitchFamily="34" charset="-122"/>
                <a:cs typeface="Inter" pitchFamily="34" charset="-120"/>
              </a:rPr>
              <a:t>Accessibility: Clear layouts, large icons, minimal distractions, and audio instructions for all activities.</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28744" y="951371"/>
            <a:ext cx="5452824" cy="446603"/>
          </a:xfrm>
          <a:prstGeom prst="rect">
            <a:avLst/>
          </a:prstGeom>
          <a:noFill/>
          <a:ln/>
        </p:spPr>
        <p:txBody>
          <a:bodyPr wrap="none" lIns="0" tIns="0" rIns="0" bIns="0" rtlCol="0" anchor="t"/>
          <a:lstStyle/>
          <a:p>
            <a:pPr marL="0" indent="0" algn="l">
              <a:lnSpc>
                <a:spcPts val="3500"/>
              </a:lnSpc>
              <a:buNone/>
            </a:pPr>
            <a:r>
              <a:rPr lang="en-US" sz="2800" dirty="0">
                <a:solidFill>
                  <a:srgbClr val="161613"/>
                </a:solidFill>
                <a:latin typeface="DM Sans Medium" pitchFamily="34" charset="0"/>
                <a:ea typeface="DM Sans Medium" pitchFamily="34" charset="-122"/>
                <a:cs typeface="DM Sans Medium" pitchFamily="34" charset="-120"/>
              </a:rPr>
              <a:t>Validation and Technology Stack</a:t>
            </a:r>
            <a:endParaRPr lang="en-US" sz="2800" dirty="0"/>
          </a:p>
        </p:txBody>
      </p:sp>
      <p:sp>
        <p:nvSpPr>
          <p:cNvPr id="3" name="Shape 1"/>
          <p:cNvSpPr/>
          <p:nvPr/>
        </p:nvSpPr>
        <p:spPr>
          <a:xfrm>
            <a:off x="428744" y="1826599"/>
            <a:ext cx="6743581" cy="1281946"/>
          </a:xfrm>
          <a:prstGeom prst="roundRect">
            <a:avLst>
              <a:gd name="adj" fmla="val 5706"/>
            </a:avLst>
          </a:prstGeom>
          <a:solidFill>
            <a:srgbClr val="F9F8F5"/>
          </a:solidFill>
          <a:ln/>
        </p:spPr>
        <p:txBody>
          <a:bodyPr/>
          <a:lstStyle/>
          <a:p>
            <a:endParaRPr lang="en-US"/>
          </a:p>
        </p:txBody>
      </p:sp>
      <p:sp>
        <p:nvSpPr>
          <p:cNvPr id="4" name="Shape 2"/>
          <p:cNvSpPr/>
          <p:nvPr/>
        </p:nvSpPr>
        <p:spPr>
          <a:xfrm>
            <a:off x="428744" y="1811359"/>
            <a:ext cx="6743581" cy="60960"/>
          </a:xfrm>
          <a:prstGeom prst="roundRect">
            <a:avLst>
              <a:gd name="adj" fmla="val 35172"/>
            </a:avLst>
          </a:prstGeom>
          <a:solidFill>
            <a:srgbClr val="28282F"/>
          </a:solidFill>
          <a:ln/>
        </p:spPr>
        <p:txBody>
          <a:bodyPr/>
          <a:lstStyle/>
          <a:p>
            <a:endParaRPr lang="en-US"/>
          </a:p>
        </p:txBody>
      </p:sp>
      <p:sp>
        <p:nvSpPr>
          <p:cNvPr id="5" name="Shape 3"/>
          <p:cNvSpPr/>
          <p:nvPr/>
        </p:nvSpPr>
        <p:spPr>
          <a:xfrm>
            <a:off x="3586102" y="1612287"/>
            <a:ext cx="428744" cy="428744"/>
          </a:xfrm>
          <a:prstGeom prst="roundRect">
            <a:avLst>
              <a:gd name="adj" fmla="val 213274"/>
            </a:avLst>
          </a:prstGeom>
          <a:solidFill>
            <a:srgbClr val="28282F"/>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3714690" y="1719443"/>
            <a:ext cx="171450" cy="214312"/>
          </a:xfrm>
          <a:prstGeom prst="rect">
            <a:avLst/>
          </a:prstGeom>
        </p:spPr>
      </p:pic>
      <p:sp>
        <p:nvSpPr>
          <p:cNvPr id="7" name="Text 4"/>
          <p:cNvSpPr/>
          <p:nvPr/>
        </p:nvSpPr>
        <p:spPr>
          <a:xfrm>
            <a:off x="586859" y="2183906"/>
            <a:ext cx="1786652" cy="223361"/>
          </a:xfrm>
          <a:prstGeom prst="rect">
            <a:avLst/>
          </a:prstGeom>
          <a:noFill/>
          <a:ln/>
        </p:spPr>
        <p:txBody>
          <a:bodyPr wrap="none" lIns="0" tIns="0" rIns="0" bIns="0" rtlCol="0" anchor="t"/>
          <a:lstStyle/>
          <a:p>
            <a:pPr marL="0" indent="0" algn="l">
              <a:lnSpc>
                <a:spcPts val="1750"/>
              </a:lnSpc>
              <a:buNone/>
            </a:pPr>
            <a:r>
              <a:rPr lang="en-US" sz="1400" dirty="0">
                <a:solidFill>
                  <a:srgbClr val="161613"/>
                </a:solidFill>
                <a:latin typeface="DM Sans Medium" pitchFamily="34" charset="0"/>
                <a:ea typeface="DM Sans Medium" pitchFamily="34" charset="-122"/>
                <a:cs typeface="DM Sans Medium" pitchFamily="34" charset="-120"/>
              </a:rPr>
              <a:t>Expert Review</a:t>
            </a:r>
            <a:endParaRPr lang="en-US" sz="1400" dirty="0"/>
          </a:p>
        </p:txBody>
      </p:sp>
      <p:sp>
        <p:nvSpPr>
          <p:cNvPr id="8" name="Text 5"/>
          <p:cNvSpPr/>
          <p:nvPr/>
        </p:nvSpPr>
        <p:spPr>
          <a:xfrm>
            <a:off x="586859" y="2492992"/>
            <a:ext cx="6427351" cy="457438"/>
          </a:xfrm>
          <a:prstGeom prst="rect">
            <a:avLst/>
          </a:prstGeom>
          <a:noFill/>
          <a:ln/>
        </p:spPr>
        <p:txBody>
          <a:bodyPr wrap="square" lIns="0" tIns="0" rIns="0" bIns="0" rtlCol="0" anchor="t"/>
          <a:lstStyle/>
          <a:p>
            <a:pPr marL="0" indent="0" algn="l">
              <a:lnSpc>
                <a:spcPts val="1800"/>
              </a:lnSpc>
              <a:buNone/>
            </a:pPr>
            <a:r>
              <a:rPr lang="en-US" sz="1100" dirty="0">
                <a:solidFill>
                  <a:srgbClr val="161613"/>
                </a:solidFill>
                <a:latin typeface="Inter" pitchFamily="34" charset="0"/>
                <a:ea typeface="Inter" pitchFamily="34" charset="-122"/>
                <a:cs typeface="Inter" pitchFamily="34" charset="-120"/>
              </a:rPr>
              <a:t>Validation of screening methods and intervention roadmaps by educational psychologists and researchers.</a:t>
            </a:r>
            <a:endParaRPr lang="en-US" sz="1100" dirty="0"/>
          </a:p>
        </p:txBody>
      </p:sp>
      <p:sp>
        <p:nvSpPr>
          <p:cNvPr id="9" name="Shape 6"/>
          <p:cNvSpPr/>
          <p:nvPr/>
        </p:nvSpPr>
        <p:spPr>
          <a:xfrm>
            <a:off x="7315200" y="1826599"/>
            <a:ext cx="6743581" cy="1281946"/>
          </a:xfrm>
          <a:prstGeom prst="roundRect">
            <a:avLst>
              <a:gd name="adj" fmla="val 5706"/>
            </a:avLst>
          </a:prstGeom>
          <a:solidFill>
            <a:srgbClr val="F9F8F5"/>
          </a:solidFill>
          <a:ln/>
        </p:spPr>
        <p:txBody>
          <a:bodyPr/>
          <a:lstStyle/>
          <a:p>
            <a:endParaRPr lang="en-US"/>
          </a:p>
        </p:txBody>
      </p:sp>
      <p:sp>
        <p:nvSpPr>
          <p:cNvPr id="10" name="Shape 7"/>
          <p:cNvSpPr/>
          <p:nvPr/>
        </p:nvSpPr>
        <p:spPr>
          <a:xfrm>
            <a:off x="7315200" y="1811359"/>
            <a:ext cx="6743581" cy="60960"/>
          </a:xfrm>
          <a:prstGeom prst="roundRect">
            <a:avLst>
              <a:gd name="adj" fmla="val 35172"/>
            </a:avLst>
          </a:prstGeom>
          <a:solidFill>
            <a:srgbClr val="28282F"/>
          </a:solidFill>
          <a:ln/>
        </p:spPr>
        <p:txBody>
          <a:bodyPr/>
          <a:lstStyle/>
          <a:p>
            <a:endParaRPr lang="en-US"/>
          </a:p>
        </p:txBody>
      </p:sp>
      <p:sp>
        <p:nvSpPr>
          <p:cNvPr id="11" name="Shape 8"/>
          <p:cNvSpPr/>
          <p:nvPr/>
        </p:nvSpPr>
        <p:spPr>
          <a:xfrm>
            <a:off x="10472558" y="1612287"/>
            <a:ext cx="428744" cy="428744"/>
          </a:xfrm>
          <a:prstGeom prst="roundRect">
            <a:avLst>
              <a:gd name="adj" fmla="val 213274"/>
            </a:avLst>
          </a:prstGeom>
          <a:solidFill>
            <a:srgbClr val="28282F"/>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10601146" y="1719443"/>
            <a:ext cx="171450" cy="214312"/>
          </a:xfrm>
          <a:prstGeom prst="rect">
            <a:avLst/>
          </a:prstGeom>
        </p:spPr>
      </p:pic>
      <p:sp>
        <p:nvSpPr>
          <p:cNvPr id="13" name="Text 9"/>
          <p:cNvSpPr/>
          <p:nvPr/>
        </p:nvSpPr>
        <p:spPr>
          <a:xfrm>
            <a:off x="7473314" y="2183906"/>
            <a:ext cx="1786652" cy="223361"/>
          </a:xfrm>
          <a:prstGeom prst="rect">
            <a:avLst/>
          </a:prstGeom>
          <a:noFill/>
          <a:ln/>
        </p:spPr>
        <p:txBody>
          <a:bodyPr wrap="none" lIns="0" tIns="0" rIns="0" bIns="0" rtlCol="0" anchor="t"/>
          <a:lstStyle/>
          <a:p>
            <a:pPr marL="0" indent="0" algn="l">
              <a:lnSpc>
                <a:spcPts val="1750"/>
              </a:lnSpc>
              <a:buNone/>
            </a:pPr>
            <a:r>
              <a:rPr lang="en-US" sz="1400" dirty="0">
                <a:solidFill>
                  <a:srgbClr val="161613"/>
                </a:solidFill>
                <a:latin typeface="DM Sans Medium" pitchFamily="34" charset="0"/>
                <a:ea typeface="DM Sans Medium" pitchFamily="34" charset="-122"/>
                <a:cs typeface="DM Sans Medium" pitchFamily="34" charset="-120"/>
              </a:rPr>
              <a:t>Efficacy Testing</a:t>
            </a:r>
            <a:endParaRPr lang="en-US" sz="1400" dirty="0"/>
          </a:p>
        </p:txBody>
      </p:sp>
      <p:sp>
        <p:nvSpPr>
          <p:cNvPr id="14" name="Text 10"/>
          <p:cNvSpPr/>
          <p:nvPr/>
        </p:nvSpPr>
        <p:spPr>
          <a:xfrm>
            <a:off x="7473314" y="2492992"/>
            <a:ext cx="6427351" cy="457438"/>
          </a:xfrm>
          <a:prstGeom prst="rect">
            <a:avLst/>
          </a:prstGeom>
          <a:noFill/>
          <a:ln/>
        </p:spPr>
        <p:txBody>
          <a:bodyPr wrap="square" lIns="0" tIns="0" rIns="0" bIns="0" rtlCol="0" anchor="t"/>
          <a:lstStyle/>
          <a:p>
            <a:pPr marL="0" indent="0" algn="l">
              <a:lnSpc>
                <a:spcPts val="1800"/>
              </a:lnSpc>
              <a:buNone/>
            </a:pPr>
            <a:r>
              <a:rPr lang="en-US" sz="1100" dirty="0">
                <a:solidFill>
                  <a:srgbClr val="161613"/>
                </a:solidFill>
                <a:latin typeface="Inter" pitchFamily="34" charset="0"/>
                <a:ea typeface="Inter" pitchFamily="34" charset="-122"/>
                <a:cs typeface="Inter" pitchFamily="34" charset="-120"/>
              </a:rPr>
              <a:t>Measuring if the app actually improves children's literacy skills (decoding, fluency, comprehension) over time.</a:t>
            </a:r>
            <a:endParaRPr lang="en-US" sz="1100" dirty="0"/>
          </a:p>
        </p:txBody>
      </p:sp>
      <p:sp>
        <p:nvSpPr>
          <p:cNvPr id="15" name="Shape 11"/>
          <p:cNvSpPr/>
          <p:nvPr/>
        </p:nvSpPr>
        <p:spPr>
          <a:xfrm>
            <a:off x="428744" y="3465733"/>
            <a:ext cx="6743581" cy="1281946"/>
          </a:xfrm>
          <a:prstGeom prst="roundRect">
            <a:avLst>
              <a:gd name="adj" fmla="val 5706"/>
            </a:avLst>
          </a:prstGeom>
          <a:solidFill>
            <a:srgbClr val="F9F8F5"/>
          </a:solidFill>
          <a:ln/>
        </p:spPr>
        <p:txBody>
          <a:bodyPr/>
          <a:lstStyle/>
          <a:p>
            <a:endParaRPr lang="en-US"/>
          </a:p>
        </p:txBody>
      </p:sp>
      <p:sp>
        <p:nvSpPr>
          <p:cNvPr id="16" name="Shape 12"/>
          <p:cNvSpPr/>
          <p:nvPr/>
        </p:nvSpPr>
        <p:spPr>
          <a:xfrm>
            <a:off x="428744" y="3450493"/>
            <a:ext cx="6743581" cy="60960"/>
          </a:xfrm>
          <a:prstGeom prst="roundRect">
            <a:avLst>
              <a:gd name="adj" fmla="val 35172"/>
            </a:avLst>
          </a:prstGeom>
          <a:solidFill>
            <a:srgbClr val="28282F"/>
          </a:solidFill>
          <a:ln/>
        </p:spPr>
        <p:txBody>
          <a:bodyPr/>
          <a:lstStyle/>
          <a:p>
            <a:endParaRPr lang="en-US"/>
          </a:p>
        </p:txBody>
      </p:sp>
      <p:sp>
        <p:nvSpPr>
          <p:cNvPr id="17" name="Shape 13"/>
          <p:cNvSpPr/>
          <p:nvPr/>
        </p:nvSpPr>
        <p:spPr>
          <a:xfrm>
            <a:off x="3586102" y="3251420"/>
            <a:ext cx="428744" cy="428744"/>
          </a:xfrm>
          <a:prstGeom prst="roundRect">
            <a:avLst>
              <a:gd name="adj" fmla="val 213274"/>
            </a:avLst>
          </a:prstGeom>
          <a:solidFill>
            <a:srgbClr val="28282F"/>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3714690" y="3358576"/>
            <a:ext cx="171450" cy="214312"/>
          </a:xfrm>
          <a:prstGeom prst="rect">
            <a:avLst/>
          </a:prstGeom>
        </p:spPr>
      </p:pic>
      <p:sp>
        <p:nvSpPr>
          <p:cNvPr id="19" name="Text 14"/>
          <p:cNvSpPr/>
          <p:nvPr/>
        </p:nvSpPr>
        <p:spPr>
          <a:xfrm>
            <a:off x="586859" y="3823039"/>
            <a:ext cx="2676049" cy="223361"/>
          </a:xfrm>
          <a:prstGeom prst="rect">
            <a:avLst/>
          </a:prstGeom>
          <a:noFill/>
          <a:ln/>
        </p:spPr>
        <p:txBody>
          <a:bodyPr wrap="none" lIns="0" tIns="0" rIns="0" bIns="0" rtlCol="0" anchor="t"/>
          <a:lstStyle/>
          <a:p>
            <a:pPr marL="0" indent="0" algn="l">
              <a:lnSpc>
                <a:spcPts val="1750"/>
              </a:lnSpc>
              <a:buNone/>
            </a:pPr>
            <a:r>
              <a:rPr lang="en-US" sz="1400" dirty="0">
                <a:solidFill>
                  <a:srgbClr val="161613"/>
                </a:solidFill>
                <a:latin typeface="DM Sans Medium" pitchFamily="34" charset="0"/>
                <a:ea typeface="DM Sans Medium" pitchFamily="34" charset="-122"/>
                <a:cs typeface="DM Sans Medium" pitchFamily="34" charset="-120"/>
              </a:rPr>
              <a:t>Compliance &amp; Technical Testing</a:t>
            </a:r>
            <a:endParaRPr lang="en-US" sz="1400" dirty="0"/>
          </a:p>
        </p:txBody>
      </p:sp>
      <p:sp>
        <p:nvSpPr>
          <p:cNvPr id="20" name="Text 15"/>
          <p:cNvSpPr/>
          <p:nvPr/>
        </p:nvSpPr>
        <p:spPr>
          <a:xfrm>
            <a:off x="586859" y="4132125"/>
            <a:ext cx="6427351" cy="457438"/>
          </a:xfrm>
          <a:prstGeom prst="rect">
            <a:avLst/>
          </a:prstGeom>
          <a:noFill/>
          <a:ln/>
        </p:spPr>
        <p:txBody>
          <a:bodyPr wrap="square" lIns="0" tIns="0" rIns="0" bIns="0" rtlCol="0" anchor="t"/>
          <a:lstStyle/>
          <a:p>
            <a:pPr marL="0" indent="0" algn="l">
              <a:lnSpc>
                <a:spcPts val="1800"/>
              </a:lnSpc>
              <a:buNone/>
            </a:pPr>
            <a:r>
              <a:rPr lang="en-US" sz="1100" dirty="0">
                <a:solidFill>
                  <a:srgbClr val="161613"/>
                </a:solidFill>
                <a:latin typeface="Inter" pitchFamily="34" charset="0"/>
                <a:ea typeface="Inter" pitchFamily="34" charset="-122"/>
                <a:cs typeface="Inter" pitchFamily="34" charset="-120"/>
              </a:rPr>
              <a:t>Ensuring the app is safe, secure, compliant with data privacy laws, and technically stable across devices.</a:t>
            </a:r>
            <a:endParaRPr lang="en-US" sz="1100" dirty="0"/>
          </a:p>
        </p:txBody>
      </p:sp>
      <p:sp>
        <p:nvSpPr>
          <p:cNvPr id="21" name="Shape 16"/>
          <p:cNvSpPr/>
          <p:nvPr/>
        </p:nvSpPr>
        <p:spPr>
          <a:xfrm>
            <a:off x="7315200" y="3465733"/>
            <a:ext cx="6743581" cy="1281946"/>
          </a:xfrm>
          <a:prstGeom prst="roundRect">
            <a:avLst>
              <a:gd name="adj" fmla="val 5706"/>
            </a:avLst>
          </a:prstGeom>
          <a:solidFill>
            <a:srgbClr val="F9F8F5"/>
          </a:solidFill>
          <a:ln/>
        </p:spPr>
        <p:txBody>
          <a:bodyPr/>
          <a:lstStyle/>
          <a:p>
            <a:endParaRPr lang="en-US"/>
          </a:p>
        </p:txBody>
      </p:sp>
      <p:sp>
        <p:nvSpPr>
          <p:cNvPr id="22" name="Shape 17"/>
          <p:cNvSpPr/>
          <p:nvPr/>
        </p:nvSpPr>
        <p:spPr>
          <a:xfrm>
            <a:off x="7315200" y="3450493"/>
            <a:ext cx="6743581" cy="60960"/>
          </a:xfrm>
          <a:prstGeom prst="roundRect">
            <a:avLst>
              <a:gd name="adj" fmla="val 35172"/>
            </a:avLst>
          </a:prstGeom>
          <a:solidFill>
            <a:srgbClr val="28282F"/>
          </a:solidFill>
          <a:ln/>
        </p:spPr>
        <p:txBody>
          <a:bodyPr/>
          <a:lstStyle/>
          <a:p>
            <a:endParaRPr lang="en-US"/>
          </a:p>
        </p:txBody>
      </p:sp>
      <p:sp>
        <p:nvSpPr>
          <p:cNvPr id="23" name="Shape 18"/>
          <p:cNvSpPr/>
          <p:nvPr/>
        </p:nvSpPr>
        <p:spPr>
          <a:xfrm>
            <a:off x="10472558" y="3251420"/>
            <a:ext cx="428744" cy="428744"/>
          </a:xfrm>
          <a:prstGeom prst="roundRect">
            <a:avLst>
              <a:gd name="adj" fmla="val 213274"/>
            </a:avLst>
          </a:prstGeom>
          <a:solidFill>
            <a:srgbClr val="28282F"/>
          </a:solidFill>
          <a:ln/>
        </p:spPr>
        <p:txBody>
          <a:bodyPr/>
          <a:lstStyle/>
          <a:p>
            <a:endParaRPr lang="en-US"/>
          </a:p>
        </p:txBody>
      </p:sp>
      <p:pic>
        <p:nvPicPr>
          <p:cNvPr id="24" name="Image 3" descr="preencoded.png"/>
          <p:cNvPicPr>
            <a:picLocks noChangeAspect="1"/>
          </p:cNvPicPr>
          <p:nvPr/>
        </p:nvPicPr>
        <p:blipFill>
          <a:blip r:embed="rId6"/>
          <a:stretch>
            <a:fillRect/>
          </a:stretch>
        </p:blipFill>
        <p:spPr>
          <a:xfrm>
            <a:off x="10601146" y="3358576"/>
            <a:ext cx="171450" cy="214312"/>
          </a:xfrm>
          <a:prstGeom prst="rect">
            <a:avLst/>
          </a:prstGeom>
        </p:spPr>
      </p:pic>
      <p:sp>
        <p:nvSpPr>
          <p:cNvPr id="25" name="Text 19"/>
          <p:cNvSpPr/>
          <p:nvPr/>
        </p:nvSpPr>
        <p:spPr>
          <a:xfrm>
            <a:off x="7473314" y="3823039"/>
            <a:ext cx="1786652" cy="223361"/>
          </a:xfrm>
          <a:prstGeom prst="rect">
            <a:avLst/>
          </a:prstGeom>
          <a:noFill/>
          <a:ln/>
        </p:spPr>
        <p:txBody>
          <a:bodyPr wrap="none" lIns="0" tIns="0" rIns="0" bIns="0" rtlCol="0" anchor="t"/>
          <a:lstStyle/>
          <a:p>
            <a:pPr marL="0" indent="0" algn="l">
              <a:lnSpc>
                <a:spcPts val="1750"/>
              </a:lnSpc>
              <a:buNone/>
            </a:pPr>
            <a:r>
              <a:rPr lang="en-US" sz="1400" dirty="0">
                <a:solidFill>
                  <a:srgbClr val="161613"/>
                </a:solidFill>
                <a:latin typeface="DM Sans Medium" pitchFamily="34" charset="0"/>
                <a:ea typeface="DM Sans Medium" pitchFamily="34" charset="-122"/>
                <a:cs typeface="DM Sans Medium" pitchFamily="34" charset="-120"/>
              </a:rPr>
              <a:t>Usability Testing</a:t>
            </a:r>
            <a:endParaRPr lang="en-US" sz="1400" dirty="0"/>
          </a:p>
        </p:txBody>
      </p:sp>
      <p:sp>
        <p:nvSpPr>
          <p:cNvPr id="26" name="Text 20"/>
          <p:cNvSpPr/>
          <p:nvPr/>
        </p:nvSpPr>
        <p:spPr>
          <a:xfrm>
            <a:off x="7473314" y="4132125"/>
            <a:ext cx="6427351" cy="228719"/>
          </a:xfrm>
          <a:prstGeom prst="rect">
            <a:avLst/>
          </a:prstGeom>
          <a:noFill/>
          <a:ln/>
        </p:spPr>
        <p:txBody>
          <a:bodyPr wrap="none" lIns="0" tIns="0" rIns="0" bIns="0" rtlCol="0" anchor="t"/>
          <a:lstStyle/>
          <a:p>
            <a:pPr marL="0" indent="0" algn="l">
              <a:lnSpc>
                <a:spcPts val="1800"/>
              </a:lnSpc>
              <a:buNone/>
            </a:pPr>
            <a:r>
              <a:rPr lang="en-US" sz="1100" dirty="0">
                <a:solidFill>
                  <a:srgbClr val="161613"/>
                </a:solidFill>
                <a:latin typeface="Inter" pitchFamily="34" charset="0"/>
                <a:ea typeface="Inter" pitchFamily="34" charset="-122"/>
                <a:cs typeface="Inter" pitchFamily="34" charset="-120"/>
              </a:rPr>
              <a:t>Verifying that the interface is intuitive, engaging, and easy for both children and parents to use.</a:t>
            </a:r>
            <a:endParaRPr lang="en-US" sz="1100" dirty="0"/>
          </a:p>
        </p:txBody>
      </p:sp>
      <p:sp>
        <p:nvSpPr>
          <p:cNvPr id="27" name="Text 21"/>
          <p:cNvSpPr/>
          <p:nvPr/>
        </p:nvSpPr>
        <p:spPr>
          <a:xfrm>
            <a:off x="571619" y="5161073"/>
            <a:ext cx="2858691" cy="357307"/>
          </a:xfrm>
          <a:prstGeom prst="rect">
            <a:avLst/>
          </a:prstGeom>
          <a:noFill/>
          <a:ln/>
        </p:spPr>
        <p:txBody>
          <a:bodyPr wrap="none" lIns="0" tIns="0" rIns="0" bIns="0" rtlCol="0" anchor="t"/>
          <a:lstStyle/>
          <a:p>
            <a:pPr marL="0" indent="0" algn="l">
              <a:lnSpc>
                <a:spcPts val="2800"/>
              </a:lnSpc>
              <a:buNone/>
            </a:pPr>
            <a:r>
              <a:rPr lang="en-US" sz="2250" dirty="0">
                <a:solidFill>
                  <a:srgbClr val="161613"/>
                </a:solidFill>
                <a:latin typeface="DM Sans Medium" pitchFamily="34" charset="0"/>
                <a:ea typeface="DM Sans Medium" pitchFamily="34" charset="-122"/>
                <a:cs typeface="DM Sans Medium" pitchFamily="34" charset="-120"/>
              </a:rPr>
              <a:t>Technology Tools</a:t>
            </a:r>
            <a:endParaRPr lang="en-US" sz="2250" dirty="0"/>
          </a:p>
        </p:txBody>
      </p:sp>
      <p:sp>
        <p:nvSpPr>
          <p:cNvPr id="28" name="Text 22"/>
          <p:cNvSpPr/>
          <p:nvPr/>
        </p:nvSpPr>
        <p:spPr>
          <a:xfrm>
            <a:off x="571619" y="5671572"/>
            <a:ext cx="13630037" cy="228719"/>
          </a:xfrm>
          <a:prstGeom prst="rect">
            <a:avLst/>
          </a:prstGeom>
          <a:noFill/>
          <a:ln/>
        </p:spPr>
        <p:txBody>
          <a:bodyPr wrap="none" lIns="0" tIns="0" rIns="0" bIns="0" rtlCol="0" anchor="t"/>
          <a:lstStyle/>
          <a:p>
            <a:pPr marL="342900" indent="-342900" algn="l">
              <a:lnSpc>
                <a:spcPts val="1800"/>
              </a:lnSpc>
              <a:buSzPct val="100000"/>
              <a:buChar char="•"/>
            </a:pPr>
            <a:r>
              <a:rPr lang="en-US" sz="1100" b="1" dirty="0">
                <a:solidFill>
                  <a:srgbClr val="161613"/>
                </a:solidFill>
                <a:latin typeface="Inter" pitchFamily="34" charset="0"/>
                <a:ea typeface="Inter" pitchFamily="34" charset="-122"/>
                <a:cs typeface="Inter" pitchFamily="34" charset="-120"/>
              </a:rPr>
              <a:t>Front-End (App Interface):</a:t>
            </a:r>
            <a:r>
              <a:rPr lang="en-US" sz="1100" dirty="0">
                <a:solidFill>
                  <a:srgbClr val="161613"/>
                </a:solidFill>
                <a:latin typeface="Inter" pitchFamily="34" charset="0"/>
                <a:ea typeface="Inter" pitchFamily="34" charset="-122"/>
                <a:cs typeface="Inter" pitchFamily="34" charset="-120"/>
              </a:rPr>
              <a:t> </a:t>
            </a:r>
            <a:r>
              <a:rPr lang="en-US" sz="1100" dirty="0">
                <a:solidFill>
                  <a:srgbClr val="28282F"/>
                </a:solidFill>
                <a:latin typeface="Inter" pitchFamily="34" charset="0"/>
                <a:ea typeface="Inter" pitchFamily="34" charset="-122"/>
                <a:cs typeface="Inter" pitchFamily="34" charset="-120"/>
              </a:rPr>
              <a:t>Flutter (Dart)</a:t>
            </a:r>
            <a:r>
              <a:rPr lang="en-US" sz="1100" dirty="0">
                <a:solidFill>
                  <a:srgbClr val="161613"/>
                </a:solidFill>
                <a:latin typeface="Inter" pitchFamily="34" charset="0"/>
                <a:ea typeface="Inter" pitchFamily="34" charset="-122"/>
                <a:cs typeface="Inter" pitchFamily="34" charset="-120"/>
              </a:rPr>
              <a:t> or </a:t>
            </a:r>
            <a:r>
              <a:rPr lang="en-US" sz="1100" dirty="0">
                <a:solidFill>
                  <a:srgbClr val="28282F"/>
                </a:solidFill>
                <a:latin typeface="Inter" pitchFamily="34" charset="0"/>
                <a:ea typeface="Inter" pitchFamily="34" charset="-122"/>
                <a:cs typeface="Inter" pitchFamily="34" charset="-120"/>
              </a:rPr>
              <a:t>React Native</a:t>
            </a:r>
            <a:r>
              <a:rPr lang="en-US" sz="1100" dirty="0">
                <a:solidFill>
                  <a:srgbClr val="161613"/>
                </a:solidFill>
                <a:latin typeface="Inter" pitchFamily="34" charset="0"/>
                <a:ea typeface="Inter" pitchFamily="34" charset="-122"/>
                <a:cs typeface="Inter" pitchFamily="34" charset="-120"/>
              </a:rPr>
              <a:t> for cross-platform UI.</a:t>
            </a:r>
            <a:endParaRPr lang="en-US" sz="1100" dirty="0"/>
          </a:p>
        </p:txBody>
      </p:sp>
      <p:sp>
        <p:nvSpPr>
          <p:cNvPr id="29" name="Text 23"/>
          <p:cNvSpPr/>
          <p:nvPr/>
        </p:nvSpPr>
        <p:spPr>
          <a:xfrm>
            <a:off x="586859" y="6014472"/>
            <a:ext cx="13630037" cy="228719"/>
          </a:xfrm>
          <a:prstGeom prst="rect">
            <a:avLst/>
          </a:prstGeom>
          <a:noFill/>
          <a:ln/>
        </p:spPr>
        <p:txBody>
          <a:bodyPr wrap="none" lIns="0" tIns="0" rIns="0" bIns="0" rtlCol="0" anchor="t"/>
          <a:lstStyle/>
          <a:p>
            <a:pPr marL="342900" indent="-342900" algn="l">
              <a:lnSpc>
                <a:spcPts val="1800"/>
              </a:lnSpc>
              <a:buSzPct val="100000"/>
              <a:buChar char="•"/>
            </a:pPr>
            <a:r>
              <a:rPr lang="en-US" sz="1100" b="1" dirty="0">
                <a:solidFill>
                  <a:srgbClr val="161613"/>
                </a:solidFill>
                <a:latin typeface="Inter" pitchFamily="34" charset="0"/>
                <a:ea typeface="Inter" pitchFamily="34" charset="-122"/>
                <a:cs typeface="Inter" pitchFamily="34" charset="-120"/>
              </a:rPr>
              <a:t>Gaming Modules:</a:t>
            </a:r>
            <a:r>
              <a:rPr lang="en-US" sz="1100" dirty="0">
                <a:solidFill>
                  <a:srgbClr val="161613"/>
                </a:solidFill>
                <a:latin typeface="Inter" pitchFamily="34" charset="0"/>
                <a:ea typeface="Inter" pitchFamily="34" charset="-122"/>
                <a:cs typeface="Inter" pitchFamily="34" charset="-120"/>
              </a:rPr>
              <a:t> </a:t>
            </a:r>
            <a:r>
              <a:rPr lang="en-US" sz="1100" dirty="0">
                <a:solidFill>
                  <a:srgbClr val="28282F"/>
                </a:solidFill>
                <a:latin typeface="Inter" pitchFamily="34" charset="0"/>
                <a:ea typeface="Inter" pitchFamily="34" charset="-122"/>
                <a:cs typeface="Inter" pitchFamily="34" charset="-120"/>
              </a:rPr>
              <a:t>Unity (C#)</a:t>
            </a:r>
            <a:r>
              <a:rPr lang="en-US" sz="1100" dirty="0">
                <a:solidFill>
                  <a:srgbClr val="161613"/>
                </a:solidFill>
                <a:latin typeface="Inter" pitchFamily="34" charset="0"/>
                <a:ea typeface="Inter" pitchFamily="34" charset="-122"/>
                <a:cs typeface="Inter" pitchFamily="34" charset="-120"/>
              </a:rPr>
              <a:t> for high-performance interactive and gamified learning experiences.</a:t>
            </a:r>
            <a:endParaRPr lang="en-US" sz="1100" dirty="0"/>
          </a:p>
        </p:txBody>
      </p:sp>
      <p:sp>
        <p:nvSpPr>
          <p:cNvPr id="30" name="Text 24"/>
          <p:cNvSpPr/>
          <p:nvPr/>
        </p:nvSpPr>
        <p:spPr>
          <a:xfrm>
            <a:off x="586858" y="6454140"/>
            <a:ext cx="13630037" cy="228719"/>
          </a:xfrm>
          <a:prstGeom prst="rect">
            <a:avLst/>
          </a:prstGeom>
          <a:noFill/>
          <a:ln/>
        </p:spPr>
        <p:txBody>
          <a:bodyPr wrap="none" lIns="0" tIns="0" rIns="0" bIns="0" rtlCol="0" anchor="t"/>
          <a:lstStyle/>
          <a:p>
            <a:pPr marL="342900" indent="-342900" algn="l">
              <a:lnSpc>
                <a:spcPts val="1800"/>
              </a:lnSpc>
              <a:buSzPct val="100000"/>
              <a:buChar char="•"/>
            </a:pPr>
            <a:r>
              <a:rPr lang="en-US" sz="1100" b="1" dirty="0">
                <a:solidFill>
                  <a:srgbClr val="161613"/>
                </a:solidFill>
                <a:latin typeface="Inter" pitchFamily="34" charset="0"/>
                <a:ea typeface="Inter" pitchFamily="34" charset="-122"/>
                <a:cs typeface="Inter" pitchFamily="34" charset="-120"/>
              </a:rPr>
              <a:t>Back-End (Logic/Data):</a:t>
            </a:r>
            <a:r>
              <a:rPr lang="en-US" sz="1100" dirty="0">
                <a:solidFill>
                  <a:srgbClr val="161613"/>
                </a:solidFill>
                <a:latin typeface="Inter" pitchFamily="34" charset="0"/>
                <a:ea typeface="Inter" pitchFamily="34" charset="-122"/>
                <a:cs typeface="Inter" pitchFamily="34" charset="-120"/>
              </a:rPr>
              <a:t> </a:t>
            </a:r>
            <a:r>
              <a:rPr lang="en-US" sz="1100" dirty="0">
                <a:solidFill>
                  <a:srgbClr val="28282F"/>
                </a:solidFill>
                <a:latin typeface="Inter" pitchFamily="34" charset="0"/>
                <a:ea typeface="Inter" pitchFamily="34" charset="-122"/>
                <a:cs typeface="Inter" pitchFamily="34" charset="-120"/>
              </a:rPr>
              <a:t>Python</a:t>
            </a:r>
            <a:r>
              <a:rPr lang="en-US" sz="1100" dirty="0">
                <a:solidFill>
                  <a:srgbClr val="161613"/>
                </a:solidFill>
                <a:latin typeface="Inter" pitchFamily="34" charset="0"/>
                <a:ea typeface="Inter" pitchFamily="34" charset="-122"/>
                <a:cs typeface="Inter" pitchFamily="34" charset="-120"/>
              </a:rPr>
              <a:t> for adaptive AI logic and data analysis, with </a:t>
            </a:r>
            <a:r>
              <a:rPr lang="en-US" sz="1100" dirty="0">
                <a:solidFill>
                  <a:srgbClr val="28282F"/>
                </a:solidFill>
                <a:latin typeface="Inter" pitchFamily="34" charset="0"/>
                <a:ea typeface="Inter" pitchFamily="34" charset="-122"/>
                <a:cs typeface="Inter" pitchFamily="34" charset="-120"/>
              </a:rPr>
              <a:t>Node.js</a:t>
            </a:r>
            <a:r>
              <a:rPr lang="en-US" sz="1100" dirty="0">
                <a:solidFill>
                  <a:srgbClr val="161613"/>
                </a:solidFill>
                <a:latin typeface="Inter" pitchFamily="34" charset="0"/>
                <a:ea typeface="Inter" pitchFamily="34" charset="-122"/>
                <a:cs typeface="Inter" pitchFamily="34" charset="-120"/>
              </a:rPr>
              <a:t> for scalability.</a:t>
            </a:r>
            <a:endParaRPr lang="en-US" sz="1100" dirty="0"/>
          </a:p>
        </p:txBody>
      </p:sp>
      <p:sp>
        <p:nvSpPr>
          <p:cNvPr id="31" name="Text 25"/>
          <p:cNvSpPr/>
          <p:nvPr/>
        </p:nvSpPr>
        <p:spPr>
          <a:xfrm>
            <a:off x="571618" y="6824184"/>
            <a:ext cx="13630037" cy="228719"/>
          </a:xfrm>
          <a:prstGeom prst="rect">
            <a:avLst/>
          </a:prstGeom>
          <a:noFill/>
          <a:ln/>
        </p:spPr>
        <p:txBody>
          <a:bodyPr wrap="none" lIns="0" tIns="0" rIns="0" bIns="0" rtlCol="0" anchor="t"/>
          <a:lstStyle/>
          <a:p>
            <a:pPr marL="342900" indent="-342900" algn="l">
              <a:lnSpc>
                <a:spcPts val="1800"/>
              </a:lnSpc>
              <a:buSzPct val="100000"/>
              <a:buChar char="•"/>
            </a:pPr>
            <a:r>
              <a:rPr lang="en-US" sz="1100" b="1" dirty="0">
                <a:solidFill>
                  <a:srgbClr val="161613"/>
                </a:solidFill>
                <a:latin typeface="Inter" pitchFamily="34" charset="0"/>
                <a:ea typeface="Inter" pitchFamily="34" charset="-122"/>
                <a:cs typeface="Inter" pitchFamily="34" charset="-120"/>
              </a:rPr>
              <a:t>Databases:</a:t>
            </a:r>
            <a:r>
              <a:rPr lang="en-US" sz="1100" dirty="0">
                <a:solidFill>
                  <a:srgbClr val="161613"/>
                </a:solidFill>
                <a:latin typeface="Inter" pitchFamily="34" charset="0"/>
                <a:ea typeface="Inter" pitchFamily="34" charset="-122"/>
                <a:cs typeface="Inter" pitchFamily="34" charset="-120"/>
              </a:rPr>
              <a:t> </a:t>
            </a:r>
            <a:r>
              <a:rPr lang="en-US" sz="1100" dirty="0">
                <a:solidFill>
                  <a:srgbClr val="28282F"/>
                </a:solidFill>
                <a:latin typeface="Inter" pitchFamily="34" charset="0"/>
                <a:ea typeface="Inter" pitchFamily="34" charset="-122"/>
                <a:cs typeface="Inter" pitchFamily="34" charset="-120"/>
              </a:rPr>
              <a:t>SQL</a:t>
            </a:r>
            <a:r>
              <a:rPr lang="en-US" sz="1100" dirty="0">
                <a:solidFill>
                  <a:srgbClr val="161613"/>
                </a:solidFill>
                <a:latin typeface="Inter" pitchFamily="34" charset="0"/>
                <a:ea typeface="Inter" pitchFamily="34" charset="-122"/>
                <a:cs typeface="Inter" pitchFamily="34" charset="-120"/>
              </a:rPr>
              <a:t> (PostgreSQL/MySQL) or </a:t>
            </a:r>
            <a:r>
              <a:rPr lang="en-US" sz="1100" dirty="0">
                <a:solidFill>
                  <a:srgbClr val="28282F"/>
                </a:solidFill>
                <a:latin typeface="Inter" pitchFamily="34" charset="0"/>
                <a:ea typeface="Inter" pitchFamily="34" charset="-122"/>
                <a:cs typeface="Inter" pitchFamily="34" charset="-120"/>
              </a:rPr>
              <a:t>NoSQL</a:t>
            </a:r>
            <a:r>
              <a:rPr lang="en-US" sz="1100" dirty="0">
                <a:solidFill>
                  <a:srgbClr val="161613"/>
                </a:solidFill>
                <a:latin typeface="Inter" pitchFamily="34" charset="0"/>
                <a:ea typeface="Inter" pitchFamily="34" charset="-122"/>
                <a:cs typeface="Inter" pitchFamily="34" charset="-120"/>
              </a:rPr>
              <a:t> (MongoDB) for secure storage of student progress data.</a:t>
            </a:r>
            <a:endParaRPr lang="en-US" sz="1100" dirty="0"/>
          </a:p>
        </p:txBody>
      </p:sp>
      <mc:AlternateContent xmlns:mc="http://schemas.openxmlformats.org/markup-compatibility/2006">
        <mc:Choice xmlns:p14="http://schemas.microsoft.com/office/powerpoint/2010/main" Requires="p14">
          <p:contentPart p14:bwMode="auto" r:id="rId7">
            <p14:nvContentPartPr>
              <p14:cNvPr id="32" name="Ink 31">
                <a:extLst>
                  <a:ext uri="{FF2B5EF4-FFF2-40B4-BE49-F238E27FC236}">
                    <a16:creationId xmlns:a16="http://schemas.microsoft.com/office/drawing/2014/main" id="{7B6ECDD4-28E1-8A6E-6736-8C259DB17726}"/>
                  </a:ext>
                </a:extLst>
              </p14:cNvPr>
              <p14:cNvContentPartPr/>
              <p14:nvPr/>
            </p14:nvContentPartPr>
            <p14:xfrm>
              <a:off x="12973069" y="7808328"/>
              <a:ext cx="1569960" cy="329760"/>
            </p14:xfrm>
          </p:contentPart>
        </mc:Choice>
        <mc:Fallback>
          <p:pic>
            <p:nvPicPr>
              <p:cNvPr id="32" name="Ink 31">
                <a:extLst>
                  <a:ext uri="{FF2B5EF4-FFF2-40B4-BE49-F238E27FC236}">
                    <a16:creationId xmlns:a16="http://schemas.microsoft.com/office/drawing/2014/main" id="{7B6ECDD4-28E1-8A6E-6736-8C259DB17726}"/>
                  </a:ext>
                </a:extLst>
              </p:cNvPr>
              <p:cNvPicPr/>
              <p:nvPr/>
            </p:nvPicPr>
            <p:blipFill>
              <a:blip r:embed="rId8"/>
              <a:stretch>
                <a:fillRect/>
              </a:stretch>
            </p:blipFill>
            <p:spPr>
              <a:xfrm>
                <a:off x="12910429" y="7745328"/>
                <a:ext cx="1695600" cy="45540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38188" y="588169"/>
            <a:ext cx="7914561" cy="659130"/>
          </a:xfrm>
          <a:prstGeom prst="rect">
            <a:avLst/>
          </a:prstGeom>
          <a:noFill/>
          <a:ln/>
        </p:spPr>
        <p:txBody>
          <a:bodyPr wrap="none" lIns="0" tIns="0" rIns="0" bIns="0" rtlCol="0" anchor="t"/>
          <a:lstStyle/>
          <a:p>
            <a:pPr marL="0" indent="0" algn="l">
              <a:lnSpc>
                <a:spcPts val="5150"/>
              </a:lnSpc>
              <a:buNone/>
            </a:pPr>
            <a:r>
              <a:rPr lang="en-US" sz="4150" dirty="0">
                <a:solidFill>
                  <a:srgbClr val="161613"/>
                </a:solidFill>
                <a:latin typeface="DM Sans Medium" pitchFamily="34" charset="0"/>
                <a:ea typeface="DM Sans Medium" pitchFamily="34" charset="-122"/>
                <a:cs typeface="DM Sans Medium" pitchFamily="34" charset="-120"/>
              </a:rPr>
              <a:t>Project Timeline and Next Steps</a:t>
            </a:r>
            <a:endParaRPr lang="en-US" sz="4150" dirty="0"/>
          </a:p>
        </p:txBody>
      </p:sp>
      <p:pic>
        <p:nvPicPr>
          <p:cNvPr id="3" name="Image 0" descr="preencoded.png"/>
          <p:cNvPicPr>
            <a:picLocks noChangeAspect="1"/>
          </p:cNvPicPr>
          <p:nvPr/>
        </p:nvPicPr>
        <p:blipFill>
          <a:blip r:embed="rId3"/>
          <a:stretch>
            <a:fillRect/>
          </a:stretch>
        </p:blipFill>
        <p:spPr>
          <a:xfrm>
            <a:off x="738188" y="1669018"/>
            <a:ext cx="6577013" cy="843558"/>
          </a:xfrm>
          <a:prstGeom prst="rect">
            <a:avLst/>
          </a:prstGeom>
        </p:spPr>
      </p:pic>
      <p:sp>
        <p:nvSpPr>
          <p:cNvPr id="4" name="Text 1"/>
          <p:cNvSpPr/>
          <p:nvPr/>
        </p:nvSpPr>
        <p:spPr>
          <a:xfrm>
            <a:off x="949047" y="2723436"/>
            <a:ext cx="2636401" cy="329446"/>
          </a:xfrm>
          <a:prstGeom prst="rect">
            <a:avLst/>
          </a:prstGeom>
          <a:noFill/>
          <a:ln/>
        </p:spPr>
        <p:txBody>
          <a:bodyPr wrap="none" lIns="0" tIns="0" rIns="0" bIns="0" rtlCol="0" anchor="t"/>
          <a:lstStyle/>
          <a:p>
            <a:pPr marL="0" indent="0" algn="l">
              <a:lnSpc>
                <a:spcPts val="2550"/>
              </a:lnSpc>
              <a:buNone/>
            </a:pPr>
            <a:r>
              <a:rPr lang="en-US" sz="2050" dirty="0">
                <a:solidFill>
                  <a:srgbClr val="161613"/>
                </a:solidFill>
                <a:latin typeface="DM Sans Medium" pitchFamily="34" charset="0"/>
                <a:ea typeface="DM Sans Medium" pitchFamily="34" charset="-122"/>
                <a:cs typeface="DM Sans Medium" pitchFamily="34" charset="-120"/>
              </a:rPr>
              <a:t>3rd Semester</a:t>
            </a:r>
            <a:endParaRPr lang="en-US" sz="2050" dirty="0"/>
          </a:p>
        </p:txBody>
      </p:sp>
      <p:sp>
        <p:nvSpPr>
          <p:cNvPr id="5" name="Text 2"/>
          <p:cNvSpPr/>
          <p:nvPr/>
        </p:nvSpPr>
        <p:spPr>
          <a:xfrm>
            <a:off x="949047" y="3179326"/>
            <a:ext cx="6155293" cy="337304"/>
          </a:xfrm>
          <a:prstGeom prst="rect">
            <a:avLst/>
          </a:prstGeom>
          <a:noFill/>
          <a:ln/>
        </p:spPr>
        <p:txBody>
          <a:bodyPr wrap="none" lIns="0" tIns="0" rIns="0" bIns="0" rtlCol="0" anchor="t"/>
          <a:lstStyle/>
          <a:p>
            <a:pPr marL="0" indent="0" algn="l">
              <a:lnSpc>
                <a:spcPts val="2650"/>
              </a:lnSpc>
              <a:buNone/>
            </a:pPr>
            <a:r>
              <a:rPr lang="en-US" sz="1650" dirty="0">
                <a:solidFill>
                  <a:srgbClr val="161613"/>
                </a:solidFill>
                <a:latin typeface="Inter" pitchFamily="34" charset="0"/>
                <a:ea typeface="Inter" pitchFamily="34" charset="-122"/>
                <a:cs typeface="Inter" pitchFamily="34" charset="-120"/>
              </a:rPr>
              <a:t>Presentation of initial concept and literature review.</a:t>
            </a:r>
            <a:endParaRPr lang="en-US" sz="1650" dirty="0"/>
          </a:p>
        </p:txBody>
      </p:sp>
      <p:pic>
        <p:nvPicPr>
          <p:cNvPr id="6" name="Image 1" descr="preencoded.png"/>
          <p:cNvPicPr>
            <a:picLocks noChangeAspect="1"/>
          </p:cNvPicPr>
          <p:nvPr/>
        </p:nvPicPr>
        <p:blipFill>
          <a:blip r:embed="rId4"/>
          <a:stretch>
            <a:fillRect/>
          </a:stretch>
        </p:blipFill>
        <p:spPr>
          <a:xfrm>
            <a:off x="7315200" y="1669018"/>
            <a:ext cx="6577013" cy="843558"/>
          </a:xfrm>
          <a:prstGeom prst="rect">
            <a:avLst/>
          </a:prstGeom>
        </p:spPr>
      </p:pic>
      <p:sp>
        <p:nvSpPr>
          <p:cNvPr id="7" name="Text 3"/>
          <p:cNvSpPr/>
          <p:nvPr/>
        </p:nvSpPr>
        <p:spPr>
          <a:xfrm>
            <a:off x="7526060" y="2723436"/>
            <a:ext cx="3206115" cy="329446"/>
          </a:xfrm>
          <a:prstGeom prst="rect">
            <a:avLst/>
          </a:prstGeom>
          <a:noFill/>
          <a:ln/>
        </p:spPr>
        <p:txBody>
          <a:bodyPr wrap="none" lIns="0" tIns="0" rIns="0" bIns="0" rtlCol="0" anchor="t"/>
          <a:lstStyle/>
          <a:p>
            <a:pPr marL="0" indent="0" algn="l">
              <a:lnSpc>
                <a:spcPts val="2550"/>
              </a:lnSpc>
              <a:buNone/>
            </a:pPr>
            <a:r>
              <a:rPr lang="en-US" sz="2050" dirty="0">
                <a:solidFill>
                  <a:srgbClr val="161613"/>
                </a:solidFill>
                <a:latin typeface="DM Sans Medium" pitchFamily="34" charset="0"/>
                <a:ea typeface="DM Sans Medium" pitchFamily="34" charset="-122"/>
                <a:cs typeface="DM Sans Medium" pitchFamily="34" charset="-120"/>
              </a:rPr>
              <a:t>4th Semester: Foundation</a:t>
            </a:r>
            <a:endParaRPr lang="en-US" sz="2050" dirty="0"/>
          </a:p>
        </p:txBody>
      </p:sp>
      <p:sp>
        <p:nvSpPr>
          <p:cNvPr id="8" name="Text 4"/>
          <p:cNvSpPr/>
          <p:nvPr/>
        </p:nvSpPr>
        <p:spPr>
          <a:xfrm>
            <a:off x="7526060" y="3179326"/>
            <a:ext cx="6155293" cy="1011912"/>
          </a:xfrm>
          <a:prstGeom prst="rect">
            <a:avLst/>
          </a:prstGeom>
          <a:noFill/>
          <a:ln/>
        </p:spPr>
        <p:txBody>
          <a:bodyPr wrap="square" lIns="0" tIns="0" rIns="0" bIns="0" rtlCol="0" anchor="t"/>
          <a:lstStyle/>
          <a:p>
            <a:pPr marL="0" indent="0" algn="l">
              <a:lnSpc>
                <a:spcPts val="2650"/>
              </a:lnSpc>
              <a:buNone/>
            </a:pPr>
            <a:r>
              <a:rPr lang="en-US" sz="1650" dirty="0">
                <a:solidFill>
                  <a:srgbClr val="161613"/>
                </a:solidFill>
                <a:latin typeface="Inter" pitchFamily="34" charset="0"/>
                <a:ea typeface="Inter" pitchFamily="34" charset="-122"/>
                <a:cs typeface="Inter" pitchFamily="34" charset="-120"/>
              </a:rPr>
              <a:t>Learning required languages (Flutter/Unity), in-depth research, consulting with psychologists, and commencing app development.</a:t>
            </a:r>
            <a:endParaRPr lang="en-US" sz="1650" dirty="0"/>
          </a:p>
        </p:txBody>
      </p:sp>
      <p:pic>
        <p:nvPicPr>
          <p:cNvPr id="9" name="Image 2" descr="preencoded.png"/>
          <p:cNvPicPr>
            <a:picLocks noChangeAspect="1"/>
          </p:cNvPicPr>
          <p:nvPr/>
        </p:nvPicPr>
        <p:blipFill>
          <a:blip r:embed="rId5"/>
          <a:stretch>
            <a:fillRect/>
          </a:stretch>
        </p:blipFill>
        <p:spPr>
          <a:xfrm>
            <a:off x="738188" y="4402098"/>
            <a:ext cx="6577013" cy="843558"/>
          </a:xfrm>
          <a:prstGeom prst="rect">
            <a:avLst/>
          </a:prstGeom>
        </p:spPr>
      </p:pic>
      <p:sp>
        <p:nvSpPr>
          <p:cNvPr id="10" name="Text 5"/>
          <p:cNvSpPr/>
          <p:nvPr/>
        </p:nvSpPr>
        <p:spPr>
          <a:xfrm>
            <a:off x="949047" y="5456515"/>
            <a:ext cx="4681061" cy="329446"/>
          </a:xfrm>
          <a:prstGeom prst="rect">
            <a:avLst/>
          </a:prstGeom>
          <a:noFill/>
          <a:ln/>
        </p:spPr>
        <p:txBody>
          <a:bodyPr wrap="none" lIns="0" tIns="0" rIns="0" bIns="0" rtlCol="0" anchor="t"/>
          <a:lstStyle/>
          <a:p>
            <a:pPr marL="0" indent="0" algn="l">
              <a:lnSpc>
                <a:spcPts val="2550"/>
              </a:lnSpc>
              <a:buNone/>
            </a:pPr>
            <a:r>
              <a:rPr lang="en-US" sz="2050" dirty="0">
                <a:solidFill>
                  <a:srgbClr val="161613"/>
                </a:solidFill>
                <a:latin typeface="DM Sans Medium" pitchFamily="34" charset="0"/>
                <a:ea typeface="DM Sans Medium" pitchFamily="34" charset="-122"/>
                <a:cs typeface="DM Sans Medium" pitchFamily="34" charset="-120"/>
              </a:rPr>
              <a:t>5th Semester: Development &amp; Testing</a:t>
            </a:r>
            <a:endParaRPr lang="en-US" sz="2050" dirty="0"/>
          </a:p>
        </p:txBody>
      </p:sp>
      <p:sp>
        <p:nvSpPr>
          <p:cNvPr id="11" name="Text 6"/>
          <p:cNvSpPr/>
          <p:nvPr/>
        </p:nvSpPr>
        <p:spPr>
          <a:xfrm>
            <a:off x="949047" y="5912406"/>
            <a:ext cx="6155293" cy="674608"/>
          </a:xfrm>
          <a:prstGeom prst="rect">
            <a:avLst/>
          </a:prstGeom>
          <a:noFill/>
          <a:ln/>
        </p:spPr>
        <p:txBody>
          <a:bodyPr wrap="square" lIns="0" tIns="0" rIns="0" bIns="0" rtlCol="0" anchor="t"/>
          <a:lstStyle/>
          <a:p>
            <a:pPr marL="0" indent="0" algn="l">
              <a:lnSpc>
                <a:spcPts val="2650"/>
              </a:lnSpc>
              <a:buNone/>
            </a:pPr>
            <a:r>
              <a:rPr lang="en-US" sz="1650" dirty="0">
                <a:solidFill>
                  <a:srgbClr val="161613"/>
                </a:solidFill>
                <a:latin typeface="Inter" pitchFamily="34" charset="0"/>
                <a:ea typeface="Inter" pitchFamily="34" charset="-122"/>
                <a:cs typeface="Inter" pitchFamily="34" charset="-120"/>
              </a:rPr>
              <a:t>Completing core feature development (screening, learning modules), and initiating internal and usability testing.</a:t>
            </a:r>
            <a:endParaRPr lang="en-US" sz="1650" dirty="0"/>
          </a:p>
        </p:txBody>
      </p:sp>
      <p:pic>
        <p:nvPicPr>
          <p:cNvPr id="12" name="Image 3" descr="preencoded.png"/>
          <p:cNvPicPr>
            <a:picLocks noChangeAspect="1"/>
          </p:cNvPicPr>
          <p:nvPr/>
        </p:nvPicPr>
        <p:blipFill>
          <a:blip r:embed="rId6"/>
          <a:stretch>
            <a:fillRect/>
          </a:stretch>
        </p:blipFill>
        <p:spPr>
          <a:xfrm>
            <a:off x="7315200" y="4402098"/>
            <a:ext cx="6577013" cy="843558"/>
          </a:xfrm>
          <a:prstGeom prst="rect">
            <a:avLst/>
          </a:prstGeom>
        </p:spPr>
      </p:pic>
      <p:sp>
        <p:nvSpPr>
          <p:cNvPr id="13" name="Text 7"/>
          <p:cNvSpPr/>
          <p:nvPr/>
        </p:nvSpPr>
        <p:spPr>
          <a:xfrm>
            <a:off x="7526060" y="5456515"/>
            <a:ext cx="3437692" cy="329446"/>
          </a:xfrm>
          <a:prstGeom prst="rect">
            <a:avLst/>
          </a:prstGeom>
          <a:noFill/>
          <a:ln/>
        </p:spPr>
        <p:txBody>
          <a:bodyPr wrap="none" lIns="0" tIns="0" rIns="0" bIns="0" rtlCol="0" anchor="t"/>
          <a:lstStyle/>
          <a:p>
            <a:pPr marL="0" indent="0" algn="l">
              <a:lnSpc>
                <a:spcPts val="2550"/>
              </a:lnSpc>
              <a:buNone/>
            </a:pPr>
            <a:r>
              <a:rPr lang="en-US" sz="2050" dirty="0">
                <a:solidFill>
                  <a:srgbClr val="161613"/>
                </a:solidFill>
                <a:latin typeface="DM Sans Medium" pitchFamily="34" charset="0"/>
                <a:ea typeface="DM Sans Medium" pitchFamily="34" charset="-122"/>
                <a:cs typeface="DM Sans Medium" pitchFamily="34" charset="-120"/>
              </a:rPr>
              <a:t>6th Semester: Final Product</a:t>
            </a:r>
            <a:endParaRPr lang="en-US" sz="2050" dirty="0"/>
          </a:p>
        </p:txBody>
      </p:sp>
      <p:sp>
        <p:nvSpPr>
          <p:cNvPr id="14" name="Text 8"/>
          <p:cNvSpPr/>
          <p:nvPr/>
        </p:nvSpPr>
        <p:spPr>
          <a:xfrm>
            <a:off x="7526060" y="5912406"/>
            <a:ext cx="6155293" cy="674608"/>
          </a:xfrm>
          <a:prstGeom prst="rect">
            <a:avLst/>
          </a:prstGeom>
          <a:noFill/>
          <a:ln/>
        </p:spPr>
        <p:txBody>
          <a:bodyPr wrap="square" lIns="0" tIns="0" rIns="0" bIns="0" rtlCol="0" anchor="t"/>
          <a:lstStyle/>
          <a:p>
            <a:pPr marL="0" indent="0" algn="l">
              <a:lnSpc>
                <a:spcPts val="2650"/>
              </a:lnSpc>
              <a:buNone/>
            </a:pPr>
            <a:r>
              <a:rPr lang="en-US" sz="1650" dirty="0">
                <a:solidFill>
                  <a:srgbClr val="161613"/>
                </a:solidFill>
                <a:latin typeface="Inter" pitchFamily="34" charset="0"/>
                <a:ea typeface="Inter" pitchFamily="34" charset="-122"/>
                <a:cs typeface="Inter" pitchFamily="34" charset="-120"/>
              </a:rPr>
              <a:t>Finalizing the product, conducting final efficacy testing, and project documentation for deployment.</a:t>
            </a:r>
            <a:endParaRPr lang="en-US" sz="1650" dirty="0"/>
          </a:p>
        </p:txBody>
      </p:sp>
      <p:sp>
        <p:nvSpPr>
          <p:cNvPr id="15" name="Text 9"/>
          <p:cNvSpPr/>
          <p:nvPr/>
        </p:nvSpPr>
        <p:spPr>
          <a:xfrm>
            <a:off x="738188" y="7114223"/>
            <a:ext cx="4218265" cy="527209"/>
          </a:xfrm>
          <a:prstGeom prst="rect">
            <a:avLst/>
          </a:prstGeom>
          <a:noFill/>
          <a:ln/>
        </p:spPr>
        <p:txBody>
          <a:bodyPr wrap="none" lIns="0" tIns="0" rIns="0" bIns="0" rtlCol="0" anchor="t"/>
          <a:lstStyle/>
          <a:p>
            <a:pPr marL="0" indent="0" algn="l">
              <a:lnSpc>
                <a:spcPts val="4150"/>
              </a:lnSpc>
              <a:buNone/>
            </a:pPr>
            <a:endParaRPr lang="en-US" sz="3300" dirty="0"/>
          </a:p>
        </p:txBody>
      </p:sp>
      <mc:AlternateContent xmlns:mc="http://schemas.openxmlformats.org/markup-compatibility/2006">
        <mc:Choice xmlns:p14="http://schemas.microsoft.com/office/powerpoint/2010/main" Requires="p14">
          <p:contentPart p14:bwMode="auto" r:id="rId7">
            <p14:nvContentPartPr>
              <p14:cNvPr id="16" name="Ink 15">
                <a:extLst>
                  <a:ext uri="{FF2B5EF4-FFF2-40B4-BE49-F238E27FC236}">
                    <a16:creationId xmlns:a16="http://schemas.microsoft.com/office/drawing/2014/main" id="{E21F6E4A-788C-C634-E853-DED792AF3B11}"/>
                  </a:ext>
                </a:extLst>
              </p14:cNvPr>
              <p14:cNvContentPartPr/>
              <p14:nvPr/>
            </p14:nvContentPartPr>
            <p14:xfrm>
              <a:off x="12914232" y="7839240"/>
              <a:ext cx="1524600" cy="307440"/>
            </p14:xfrm>
          </p:contentPart>
        </mc:Choice>
        <mc:Fallback>
          <p:pic>
            <p:nvPicPr>
              <p:cNvPr id="16" name="Ink 15">
                <a:extLst>
                  <a:ext uri="{FF2B5EF4-FFF2-40B4-BE49-F238E27FC236}">
                    <a16:creationId xmlns:a16="http://schemas.microsoft.com/office/drawing/2014/main" id="{E21F6E4A-788C-C634-E853-DED792AF3B11}"/>
                  </a:ext>
                </a:extLst>
              </p:cNvPr>
              <p:cNvPicPr/>
              <p:nvPr/>
            </p:nvPicPr>
            <p:blipFill>
              <a:blip r:embed="rId8"/>
              <a:stretch>
                <a:fillRect/>
              </a:stretch>
            </p:blipFill>
            <p:spPr>
              <a:xfrm>
                <a:off x="12851232" y="7776240"/>
                <a:ext cx="1650240" cy="43308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370647"/>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161613"/>
                </a:solidFill>
                <a:latin typeface="DM Sans Medium" pitchFamily="34" charset="0"/>
                <a:ea typeface="DM Sans Medium" pitchFamily="34" charset="-122"/>
                <a:cs typeface="DM Sans Medium" pitchFamily="34" charset="-120"/>
              </a:rPr>
              <a:t>References</a:t>
            </a:r>
            <a:endParaRPr lang="en-US" sz="3550" dirty="0"/>
          </a:p>
        </p:txBody>
      </p:sp>
      <p:sp>
        <p:nvSpPr>
          <p:cNvPr id="3" name="Text 1"/>
          <p:cNvSpPr/>
          <p:nvPr/>
        </p:nvSpPr>
        <p:spPr>
          <a:xfrm>
            <a:off x="793790" y="2391251"/>
            <a:ext cx="13042821" cy="725805"/>
          </a:xfrm>
          <a:prstGeom prst="rect">
            <a:avLst/>
          </a:prstGeom>
          <a:noFill/>
          <a:ln/>
        </p:spPr>
        <p:txBody>
          <a:bodyPr wrap="square" lIns="0" tIns="0" rIns="0" bIns="0" rtlCol="0" anchor="t"/>
          <a:lstStyle/>
          <a:p>
            <a:pPr marL="342900" indent="-342900" algn="l">
              <a:lnSpc>
                <a:spcPts val="2850"/>
              </a:lnSpc>
              <a:buSzPct val="100000"/>
              <a:buFont typeface="+mj-lt"/>
              <a:buAutoNum type="arabicPeriod"/>
            </a:pPr>
            <a:r>
              <a:rPr lang="en-US" sz="1750" dirty="0">
                <a:solidFill>
                  <a:srgbClr val="161613"/>
                </a:solidFill>
                <a:latin typeface="Inter" pitchFamily="34" charset="0"/>
                <a:ea typeface="Inter" pitchFamily="34" charset="-122"/>
                <a:cs typeface="Inter" pitchFamily="34" charset="-120"/>
              </a:rPr>
              <a:t>Shaywitz, S. E. (2003). Overcoming Dyslexia: A New and Complete Science-Based Program for Reading Problems at Any Level. Alfred A. Knopf.</a:t>
            </a:r>
            <a:endParaRPr lang="en-US" sz="1750" dirty="0"/>
          </a:p>
        </p:txBody>
      </p:sp>
      <p:sp>
        <p:nvSpPr>
          <p:cNvPr id="4" name="Text 2"/>
          <p:cNvSpPr/>
          <p:nvPr/>
        </p:nvSpPr>
        <p:spPr>
          <a:xfrm>
            <a:off x="793790" y="3196352"/>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2"/>
            </a:pPr>
            <a:r>
              <a:rPr lang="en-US" sz="1750" dirty="0">
                <a:solidFill>
                  <a:srgbClr val="161613"/>
                </a:solidFill>
                <a:latin typeface="Inter" pitchFamily="34" charset="0"/>
                <a:ea typeface="Inter" pitchFamily="34" charset="-122"/>
                <a:cs typeface="Inter" pitchFamily="34" charset="-120"/>
              </a:rPr>
              <a:t>Birsh, J. R. (2018). Multisensory Teaching of Basic Language Skills (4th ed.). Paul H. Brookes Publishing Co.</a:t>
            </a:r>
            <a:endParaRPr lang="en-US" sz="1750" dirty="0"/>
          </a:p>
        </p:txBody>
      </p:sp>
      <p:sp>
        <p:nvSpPr>
          <p:cNvPr id="5" name="Text 3"/>
          <p:cNvSpPr/>
          <p:nvPr/>
        </p:nvSpPr>
        <p:spPr>
          <a:xfrm>
            <a:off x="793790" y="3638550"/>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3"/>
            </a:pPr>
            <a:r>
              <a:rPr lang="en-US" sz="1750" dirty="0">
                <a:solidFill>
                  <a:srgbClr val="161613"/>
                </a:solidFill>
                <a:latin typeface="Inter" pitchFamily="34" charset="0"/>
                <a:ea typeface="Inter" pitchFamily="34" charset="-122"/>
                <a:cs typeface="Inter" pitchFamily="34" charset="-120"/>
              </a:rPr>
              <a:t>Moats, L. C. (2020). Speech to Print: Language Essentials for Teachers. Paul H. Brookes Publishing Co.</a:t>
            </a:r>
            <a:endParaRPr lang="en-US" sz="1750" dirty="0"/>
          </a:p>
        </p:txBody>
      </p:sp>
      <p:sp>
        <p:nvSpPr>
          <p:cNvPr id="6" name="Text 4"/>
          <p:cNvSpPr/>
          <p:nvPr/>
        </p:nvSpPr>
        <p:spPr>
          <a:xfrm>
            <a:off x="793790" y="4080748"/>
            <a:ext cx="13042821" cy="725805"/>
          </a:xfrm>
          <a:prstGeom prst="rect">
            <a:avLst/>
          </a:prstGeom>
          <a:noFill/>
          <a:ln/>
        </p:spPr>
        <p:txBody>
          <a:bodyPr wrap="square" lIns="0" tIns="0" rIns="0" bIns="0" rtlCol="0" anchor="t"/>
          <a:lstStyle/>
          <a:p>
            <a:pPr marL="342900" indent="-342900" algn="l">
              <a:lnSpc>
                <a:spcPts val="2850"/>
              </a:lnSpc>
              <a:buSzPct val="100000"/>
              <a:buFont typeface="+mj-lt"/>
              <a:buAutoNum type="arabicPeriod" startAt="4"/>
            </a:pPr>
            <a:r>
              <a:rPr lang="en-US" sz="1750" dirty="0">
                <a:solidFill>
                  <a:srgbClr val="161613"/>
                </a:solidFill>
                <a:latin typeface="Inter" pitchFamily="34" charset="0"/>
                <a:ea typeface="Inter" pitchFamily="34" charset="-122"/>
                <a:cs typeface="Inter" pitchFamily="34" charset="-120"/>
              </a:rPr>
              <a:t>Stevens, L. et al. (2021). The Efficacy of Orton-Gillingham Approaches for Dyslexia: A Meta-Analysis. Learning Disabilities Research &amp; Practice.</a:t>
            </a:r>
            <a:endParaRPr lang="en-US" sz="1750" dirty="0"/>
          </a:p>
        </p:txBody>
      </p:sp>
      <p:sp>
        <p:nvSpPr>
          <p:cNvPr id="7" name="Text 5"/>
          <p:cNvSpPr/>
          <p:nvPr/>
        </p:nvSpPr>
        <p:spPr>
          <a:xfrm>
            <a:off x="793790" y="4885849"/>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5"/>
            </a:pPr>
            <a:r>
              <a:rPr lang="en-US" sz="1750" dirty="0">
                <a:solidFill>
                  <a:srgbClr val="161613"/>
                </a:solidFill>
                <a:latin typeface="Inter" pitchFamily="34" charset="0"/>
                <a:ea typeface="Inter" pitchFamily="34" charset="-122"/>
                <a:cs typeface="Inter" pitchFamily="34" charset="-120"/>
              </a:rPr>
              <a:t>Lyon, G. R., Fletcher, J. M., &amp; Barnes, M. C. (2021). Learning Disabilities: An Overview. The Future of Children.</a:t>
            </a:r>
            <a:endParaRPr lang="en-US" sz="1750" dirty="0"/>
          </a:p>
        </p:txBody>
      </p:sp>
      <p:sp>
        <p:nvSpPr>
          <p:cNvPr id="8" name="Text 6"/>
          <p:cNvSpPr/>
          <p:nvPr/>
        </p:nvSpPr>
        <p:spPr>
          <a:xfrm>
            <a:off x="793790" y="5328047"/>
            <a:ext cx="13042821" cy="725805"/>
          </a:xfrm>
          <a:prstGeom prst="rect">
            <a:avLst/>
          </a:prstGeom>
          <a:noFill/>
          <a:ln/>
        </p:spPr>
        <p:txBody>
          <a:bodyPr wrap="square" lIns="0" tIns="0" rIns="0" bIns="0" rtlCol="0" anchor="t"/>
          <a:lstStyle/>
          <a:p>
            <a:pPr marL="342900" indent="-342900" algn="l">
              <a:lnSpc>
                <a:spcPts val="2850"/>
              </a:lnSpc>
              <a:buSzPct val="100000"/>
              <a:buFont typeface="+mj-lt"/>
              <a:buAutoNum type="arabicPeriod" startAt="6"/>
            </a:pPr>
            <a:r>
              <a:rPr lang="en-US" sz="1750" dirty="0">
                <a:solidFill>
                  <a:srgbClr val="161613"/>
                </a:solidFill>
                <a:latin typeface="Inter" pitchFamily="34" charset="0"/>
                <a:ea typeface="Inter" pitchFamily="34" charset="-122"/>
                <a:cs typeface="Inter" pitchFamily="34" charset="-120"/>
              </a:rPr>
              <a:t>Rose, J. (2009). Identifying and Teaching Children and Young People with Dyslexia and Literacy Difficulties (The Rose Report). UK Department for Education.</a:t>
            </a:r>
            <a:endParaRPr lang="en-US" sz="1750" dirty="0"/>
          </a:p>
        </p:txBody>
      </p:sp>
      <p:sp>
        <p:nvSpPr>
          <p:cNvPr id="9" name="Text 7"/>
          <p:cNvSpPr/>
          <p:nvPr/>
        </p:nvSpPr>
        <p:spPr>
          <a:xfrm>
            <a:off x="793790" y="6133148"/>
            <a:ext cx="13042821" cy="725805"/>
          </a:xfrm>
          <a:prstGeom prst="rect">
            <a:avLst/>
          </a:prstGeom>
          <a:noFill/>
          <a:ln/>
        </p:spPr>
        <p:txBody>
          <a:bodyPr wrap="square" lIns="0" tIns="0" rIns="0" bIns="0" rtlCol="0" anchor="t"/>
          <a:lstStyle/>
          <a:p>
            <a:pPr marL="342900" indent="-342900" algn="l">
              <a:lnSpc>
                <a:spcPts val="2850"/>
              </a:lnSpc>
              <a:buSzPct val="100000"/>
              <a:buFont typeface="+mj-lt"/>
              <a:buAutoNum type="arabicPeriod" startAt="7"/>
            </a:pPr>
            <a:r>
              <a:rPr lang="en-US" sz="1750" dirty="0">
                <a:solidFill>
                  <a:srgbClr val="161613"/>
                </a:solidFill>
                <a:latin typeface="Inter" pitchFamily="34" charset="0"/>
                <a:ea typeface="Inter" pitchFamily="34" charset="-122"/>
                <a:cs typeface="Inter" pitchFamily="34" charset="-120"/>
              </a:rPr>
              <a:t>Early Detection of Dyslexia Using Multimodal Analysis (2025). AI/Education Technology Journal. (Hypothetical reference for future work).</a:t>
            </a:r>
            <a:endParaRPr lang="en-US" sz="1750" dirty="0"/>
          </a:p>
        </p:txBody>
      </p:sp>
      <mc:AlternateContent xmlns:mc="http://schemas.openxmlformats.org/markup-compatibility/2006">
        <mc:Choice xmlns:p14="http://schemas.microsoft.com/office/powerpoint/2010/main" Requires="p14">
          <p:contentPart p14:bwMode="auto" r:id="rId3">
            <p14:nvContentPartPr>
              <p14:cNvPr id="10" name="Ink 9">
                <a:extLst>
                  <a:ext uri="{FF2B5EF4-FFF2-40B4-BE49-F238E27FC236}">
                    <a16:creationId xmlns:a16="http://schemas.microsoft.com/office/drawing/2014/main" id="{0ECBD253-FFAD-C0CD-A564-D2F913C92C02}"/>
                  </a:ext>
                </a:extLst>
              </p14:cNvPr>
              <p14:cNvContentPartPr/>
              <p14:nvPr/>
            </p14:nvContentPartPr>
            <p14:xfrm>
              <a:off x="12926472" y="8102400"/>
              <a:ext cx="360" cy="360"/>
            </p14:xfrm>
          </p:contentPart>
        </mc:Choice>
        <mc:Fallback>
          <p:pic>
            <p:nvPicPr>
              <p:cNvPr id="10" name="Ink 9">
                <a:extLst>
                  <a:ext uri="{FF2B5EF4-FFF2-40B4-BE49-F238E27FC236}">
                    <a16:creationId xmlns:a16="http://schemas.microsoft.com/office/drawing/2014/main" id="{0ECBD253-FFAD-C0CD-A564-D2F913C92C02}"/>
                  </a:ext>
                </a:extLst>
              </p:cNvPr>
              <p:cNvPicPr/>
              <p:nvPr/>
            </p:nvPicPr>
            <p:blipFill>
              <a:blip r:embed="rId4"/>
              <a:stretch>
                <a:fillRect/>
              </a:stretch>
            </p:blipFill>
            <p:spPr>
              <a:xfrm>
                <a:off x="12920352" y="8096280"/>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1" name="Ink 10">
                <a:extLst>
                  <a:ext uri="{FF2B5EF4-FFF2-40B4-BE49-F238E27FC236}">
                    <a16:creationId xmlns:a16="http://schemas.microsoft.com/office/drawing/2014/main" id="{6A0BDD2F-3F96-6916-88B0-7EFF81B830C8}"/>
                  </a:ext>
                </a:extLst>
              </p14:cNvPr>
              <p14:cNvContentPartPr/>
              <p14:nvPr/>
            </p14:nvContentPartPr>
            <p14:xfrm>
              <a:off x="12908472" y="7724760"/>
              <a:ext cx="1524600" cy="339480"/>
            </p14:xfrm>
          </p:contentPart>
        </mc:Choice>
        <mc:Fallback>
          <p:pic>
            <p:nvPicPr>
              <p:cNvPr id="11" name="Ink 10">
                <a:extLst>
                  <a:ext uri="{FF2B5EF4-FFF2-40B4-BE49-F238E27FC236}">
                    <a16:creationId xmlns:a16="http://schemas.microsoft.com/office/drawing/2014/main" id="{6A0BDD2F-3F96-6916-88B0-7EFF81B830C8}"/>
                  </a:ext>
                </a:extLst>
              </p:cNvPr>
              <p:cNvPicPr/>
              <p:nvPr/>
            </p:nvPicPr>
            <p:blipFill>
              <a:blip r:embed="rId6"/>
              <a:stretch>
                <a:fillRect/>
              </a:stretch>
            </p:blipFill>
            <p:spPr>
              <a:xfrm>
                <a:off x="12845832" y="7661760"/>
                <a:ext cx="1650240" cy="465120"/>
              </a:xfrm>
              <a:prstGeom prst="rect">
                <a:avLst/>
              </a:prstGeom>
            </p:spPr>
          </p:pic>
        </mc:Fallback>
      </mc:AlternateContent>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1268</Words>
  <Application>Microsoft Macintosh PowerPoint</Application>
  <PresentationFormat>Custom</PresentationFormat>
  <Paragraphs>140</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DM Sans Medium</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Prasham Jain [CSE - 2024]</cp:lastModifiedBy>
  <cp:revision>2</cp:revision>
  <dcterms:created xsi:type="dcterms:W3CDTF">2025-10-14T07:13:59Z</dcterms:created>
  <dcterms:modified xsi:type="dcterms:W3CDTF">2025-10-14T07:29:35Z</dcterms:modified>
</cp:coreProperties>
</file>